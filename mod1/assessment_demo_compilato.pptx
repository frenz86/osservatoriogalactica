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201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LIVELLO GENERALE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RISULTATO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402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063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4048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8862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70916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8640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L’organizzazione inizia a definire una direzione più chiara rispetto ai temi DEIA, introducendo obiettivi, responsabilità e strumenti di pianificazione più strutturati. La leadership riconosce il valore strategico della cultura organizzativa, dell’inclusione e della sostenibilità delle pratiche interne, favorendo un primo allineamento tra visione e azione. Restano tuttavia differenze significative tra funzioni e livelli organizzativi, e la capacità di tradurre gli obiettivi in comportamenti coerenti è ancora in evoluzione.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Strategia e Pianificazione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Integrare gli obiettivi DEIA nei processi di pianificazione aziendale e nei momenti decisionali più rilevanti. Rafforzare coordinamento, allocazione di risorse e monitoraggio delle iniziative per aumentare continuità e coerenza.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Governance e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Chiarire ruoli, responsabilità e sponsorship sui temi DEIA, aumentando il coinvolgimento del management e creando momenti strutturati di confronto e indirizzo.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Misurazione e Impatto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Introdurre primi strumenti di raccolta dati e ascolto organizzativo per comprendere bisogni, criticità e percezioni interne. Definire indicatori prioritari da monitorare nel tempo.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Valori, comportamenti e modalità relazionali non sono ancora condivisi in modo chiaro e coerente nell'organizzazione. La qualità delle relazioni varia significativamente tra team e funzioni e le persone possono sperimentare difficoltà nell'esprimere idee, bisogni o punti di vista differenti e limitata sicurezza psicologica. Fiducia, ascolto e inclusione dipendono prevalentemente dalle sensibilità individuali e non costituiscono ancora elementi strutturali dell'esperienza organizzativa.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Cultura e Comportamenti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Diffondere e rinforzare i comportamenti inclusivi attraverso pratiche condivise, esempi della leadership e momenti strutturati di confronto. Ridurre le differenze tra team allineando le modalità relazionali.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Benessere e Sicurezza Psicologica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Creare le condizioni di base per la sicurezza psicologica, promuovendo ascolto, rispetto e possibilità di esprimersi senza timore. Individuare i principali fattori di disagio e avviare primi interventi.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Formazione e Consapevolezza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Avviare primi percorsi di sensibilizzazione sui temi DEIA per costruire consapevolezza diffusa. Rendere accessibili contenuti e linguaggi di base, coinvolgendo le persone nei diversi ruoli.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I processi organizzativi non integrano ancora i principi DEIA e di accessibilità: selezione, gestione e sviluppo delle persone, così come gli strumenti di lavoro, possono generare barriere o disparità non intenzionali. Mancano criteri condivisi e presidio strutturato, e l'attenzione ai temi dipende dalle singole funzioni o persone più che da prassi consolidate.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Processi Operativi e Accessibilità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Introdurre criteri di accessibilità e inclusione nei processi operativi più rilevanti, standardizzando accorgimenti e strumenti. Estendere progressivamente le buone pratiche oltre le funzioni pioniere.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Persone e Processi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Rivedere i processi di gestione delle persone (selezione, valutazione, sviluppo) per individuare possibili disparità. Introdurre primi criteri condivisi orientati a equità e inclusione.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Innovazione, Ricerca e Sviluppo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Sensibilizzare le funzioni di innovazione e sviluppo all'integrazione dei principi DEIA e di accessibilità. Individuare primi ambiti in cui inclusione e diversità possono migliorare prodotti, servizi e soluzioni.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L'organizzazione non presidia ancora in modo intenzionale la relazione tra DEIA e mercato: brand, comunicazione e offerta non riflettono coerentemente principi di inclusione e accessibilità. L'attenzione a clienti e utenti con bisogni diversi è occasionale e l'impatto sociale del posizionamento non è oggetto di riflessione strategica.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Brand, Comunicazione e Rappresentazione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Adottare linee guida per una comunicazione e una rappresentazione inclusive e accessibili, applicandole ai principali canali. Rafforzare la coerenza tra messaggi, valori e pratiche reali.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Clienti, Utenti e Accessibilità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Comprendere i bisogni di clienti e utenti con caratteristiche ed esigenze diverse, individuando le principali barriere di accesso a prodotti e servizi. Avviare primi accorgimenti di accessibilità.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Impatto Sociale e Posizionamento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1 - DERIVA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Riflettere sull'impatto sociale dell'organizzazione e sul legame tra posizionamento e temi DEIA. Individuare primi ambiti in cui generare valore per comunità e stakeholder.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PROFILO DI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Distribuzione dei livelli di maturità per area (radar) e per area/sottogruppo (sunburst)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00200"/>
            <a:ext cx="3931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0" y="1783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LIVELLI PER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240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STRATEGIA  2 - ROTTA</a:t>
            </a:r>
            <a:r>
              <a:rPr sz="12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77063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CULTURA  1 - DERIVA</a:t>
            </a:r>
            <a:r>
              <a:rPr sz="12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30098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PROCESSI  1 - DERIVA</a:t>
            </a:r>
            <a:r>
              <a:rPr sz="12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83133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MERCATO  1 - DERIVA</a:t>
            </a:r>
            <a:r>
              <a:rPr sz="12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4407408"/>
            <a:ext cx="310896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56285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LIVELLO 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92861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Calibri"/>
              </a:rPr>
              <a:t>1 - DERIVA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23560"/>
            <a:ext cx="11201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PUNTEGGIO MEDIO COMPLESSIVO   1,25 / 4</a:t>
            </a:r>
            <a:r>
              <a:rPr sz="10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Le iniziative sono episodiche, scollegate e spesso guidate da esigenze immediate: non esiste ancora una direzione comune capace di orientare decisioni, pratiche e comportamenti in modo coerente.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