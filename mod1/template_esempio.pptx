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301752"/>
            <a:ext cx="4965192" cy="6263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201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LIVELLO GENERALE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Calibri"/>
              </a:rPr>
              <a:t>RISULTATO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402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063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84048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88620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66344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7091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86400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{{strategia.commento}}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Strategia e Pianificazione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{{strategia_pianificazione.risultato}}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{{strategia_pianificazione.attivita}}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Governance e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{{governance_leadership.risultato}}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{{governance_leadership.attivita}}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Misurazione e Impatto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{{misurazione_impatto.risultato}}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{{misurazione_impatto.attivita}}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CULTURA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{{cultura.commento}}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Cultura e Comportamenti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{{cultura_comportamenti.risultato}}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{{cultura_comportamenti.attivita}}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Benessere e Sicurezza Psicologica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{{benessere_sicurezza.risultato}}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{{benessere_sicurezza.attivita}}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Formazione e Consapevolezza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{{formazione_consapevolezza.risultato}}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{{formazione_consapevolezza.attivita}}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PROCESSI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{{processi.commento}}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Processi Operativi e Accessibilità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{{processi_operativi_accessibilita.risultato}}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{{processi_operativi_accessibilita.attivita}}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Persone e Processi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{{persone_processi.risultato}}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{{persone_processi.attivita}}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Innovazione, Ricerca e Sviluppo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{{innovazione_ricerca_sviluppo.risultato}}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{{innovazione_ricerca_sviluppo.attivita}}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MERCATO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50876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COMMENTO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847088"/>
            <a:ext cx="8869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Calibri"/>
              </a:rPr>
              <a:t>{{mercato.commento}}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11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SOTTOGRUPPO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361188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RISULTATO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1188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ATTIVITÀ SUGGERITE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23360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Brand, Comunicazione e Rappresentazione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23360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{{brand_comunicazione_rappresentazione.risultato}}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4023360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{{brand_comunicazione_rappresentazione.attivita}}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19472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974336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Clienti, Utenti e Accessibilità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974336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{{clienti_utenti_accessibilita.risultato}}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974336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{{clienti_utenti_accessibilita.attivita}}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870448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25312"/>
            <a:ext cx="3154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Impatto Sociale e Posizionamento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925312"/>
            <a:ext cx="201168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{{impatto_sociale_posizionamento.risultato}}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925312"/>
            <a:ext cx="57150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55555"/>
                </a:solidFill>
                <a:latin typeface="Calibri"/>
              </a:rPr>
              <a:t>{{impatto_sociale_posizionamento.attivita}}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821424"/>
            <a:ext cx="1120140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051560" cy="100584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PROFILO DI MATURITÀ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Distribuzione dei livelli di maturità per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612648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{{radar.aree}}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78308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LIVELLI PER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22402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STRATEGIA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{{strategia.risultato}}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770632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CULTURA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{{cultura.risultato}}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300984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PROCESSI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{{processi.risultato}}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383133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MERCATO   </a:t>
            </a:r>
            <a:r>
              <a:rPr sz="1300" b="0">
                <a:solidFill>
                  <a:srgbClr val="555555"/>
                </a:solidFill>
                <a:latin typeface="Calibri"/>
              </a:rPr>
              <a:t>{{mercato.risultato}}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4407408"/>
            <a:ext cx="4251960" cy="9525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4562856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LIVELLO MACRO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4928616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E86A17"/>
                </a:solidFill>
                <a:latin typeface="Calibri"/>
              </a:rPr>
              <a:t>{{panoramica.risultato}}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