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s/modernComment_19E_210679BB.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7" r:id="rId5"/>
    <p:sldId id="258" r:id="rId6"/>
    <p:sldId id="440" r:id="rId7"/>
    <p:sldId id="261" r:id="rId8"/>
    <p:sldId id="262" r:id="rId9"/>
    <p:sldId id="263" r:id="rId10"/>
    <p:sldId id="259" r:id="rId11"/>
    <p:sldId id="457" r:id="rId12"/>
    <p:sldId id="456" r:id="rId13"/>
    <p:sldId id="458" r:id="rId14"/>
    <p:sldId id="459" r:id="rId15"/>
    <p:sldId id="260" r:id="rId16"/>
    <p:sldId id="460" r:id="rId17"/>
    <p:sldId id="447" r:id="rId18"/>
    <p:sldId id="448" r:id="rId19"/>
    <p:sldId id="449" r:id="rId20"/>
    <p:sldId id="450" r:id="rId21"/>
    <p:sldId id="451" r:id="rId22"/>
    <p:sldId id="414" r:id="rId23"/>
    <p:sldId id="452" r:id="rId24"/>
    <p:sldId id="446" r:id="rId25"/>
    <p:sldId id="441" r:id="rId26"/>
    <p:sldId id="433" r:id="rId27"/>
    <p:sldId id="434" r:id="rId28"/>
    <p:sldId id="435" r:id="rId29"/>
    <p:sldId id="438" r:id="rId30"/>
    <p:sldId id="428" r:id="rId31"/>
    <p:sldId id="432" r:id="rId32"/>
    <p:sldId id="442" r:id="rId33"/>
    <p:sldId id="443" r:id="rId34"/>
    <p:sldId id="444" r:id="rId35"/>
    <p:sldId id="445" r:id="rId36"/>
    <p:sldId id="429" r:id="rId37"/>
    <p:sldId id="453" r:id="rId38"/>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E9123D-6239-442A-C410-6427562E63E5}" name="giorgia.moschini8812@outlook.it" initials="g" userId="6cc5419adc7f9ec7" providerId="Windows Live"/>
  <p188:author id="{EA040E9C-9497-F585-32DB-9A56555425CA}" name="Gabriella Crafa" initials="GC" userId="S::gabriella.crafa@diversitylab.it::72dbf1a6-ed27-4bb5-8469-9b5fad0cdd0d" providerId="AD"/>
  <p188:author id="{017217F9-E6D8-9465-E66D-D4DE88A67797}" name="Gabriella Crafa" initials="GC" userId="9909b1c34fc3f61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5A3CB4-C61E-2D2F-E005-E50B4D80580D}" v="53" dt="2026-06-24T11:50:51.103"/>
    <p1510:client id="{3FE6C54B-6441-D3FE-8E95-F6F9D850B813}" v="1993" dt="2026-06-24T11:40:12.236"/>
    <p1510:client id="{F755A2C9-EF43-C244-B1D9-C6CC5059CE24}" v="1" dt="2026-06-25T05:49:15.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834"/>
    <p:restoredTop sz="94635"/>
  </p:normalViewPr>
  <p:slideViewPr>
    <p:cSldViewPr snapToGrid="0">
      <p:cViewPr varScale="1">
        <p:scale>
          <a:sx n="100" d="100"/>
          <a:sy n="100" d="100"/>
        </p:scale>
        <p:origin x="184"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la Crafa" userId="S::gabriella.crafa@diversitylab.it::72dbf1a6-ed27-4bb5-8469-9b5fad0cdd0d" providerId="AD" clId="Web-{83BB17D8-4908-133B-F563-18AD2559A60F}"/>
    <pc:docChg chg="mod modSld">
      <pc:chgData name="Gabriella Crafa" userId="S::gabriella.crafa@diversitylab.it::72dbf1a6-ed27-4bb5-8469-9b5fad0cdd0d" providerId="AD" clId="Web-{83BB17D8-4908-133B-F563-18AD2559A60F}" dt="2026-06-17T12:42:42.218" v="161"/>
      <pc:docMkLst>
        <pc:docMk/>
      </pc:docMkLst>
      <pc:sldChg chg="addSp modSp">
        <pc:chgData name="Gabriella Crafa" userId="S::gabriella.crafa@diversitylab.it::72dbf1a6-ed27-4bb5-8469-9b5fad0cdd0d" providerId="AD" clId="Web-{83BB17D8-4908-133B-F563-18AD2559A60F}" dt="2026-06-17T12:17:27.708" v="100" actId="20577"/>
        <pc:sldMkLst>
          <pc:docMk/>
          <pc:sldMk cId="124996437" sldId="257"/>
        </pc:sldMkLst>
        <pc:spChg chg="add mod">
          <ac:chgData name="Gabriella Crafa" userId="S::gabriella.crafa@diversitylab.it::72dbf1a6-ed27-4bb5-8469-9b5fad0cdd0d" providerId="AD" clId="Web-{83BB17D8-4908-133B-F563-18AD2559A60F}" dt="2026-06-17T12:17:27.708" v="100" actId="20577"/>
          <ac:spMkLst>
            <pc:docMk/>
            <pc:sldMk cId="124996437" sldId="257"/>
            <ac:spMk id="3" creationId="{AE894A5F-1756-2F6D-9AA4-4B28C43DACD2}"/>
          </ac:spMkLst>
        </pc:spChg>
      </pc:sldChg>
      <pc:sldChg chg="addSp">
        <pc:chgData name="Gabriella Crafa" userId="S::gabriella.crafa@diversitylab.it::72dbf1a6-ed27-4bb5-8469-9b5fad0cdd0d" providerId="AD" clId="Web-{83BB17D8-4908-133B-F563-18AD2559A60F}" dt="2026-06-17T12:17:31.505" v="101"/>
        <pc:sldMkLst>
          <pc:docMk/>
          <pc:sldMk cId="3462124551" sldId="258"/>
        </pc:sldMkLst>
        <pc:spChg chg="add">
          <ac:chgData name="Gabriella Crafa" userId="S::gabriella.crafa@diversitylab.it::72dbf1a6-ed27-4bb5-8469-9b5fad0cdd0d" providerId="AD" clId="Web-{83BB17D8-4908-133B-F563-18AD2559A60F}" dt="2026-06-17T12:17:31.505" v="101"/>
          <ac:spMkLst>
            <pc:docMk/>
            <pc:sldMk cId="3462124551" sldId="258"/>
            <ac:spMk id="4" creationId="{2DBFC7AA-6CB8-BD7F-A1F3-3DDE51048E0B}"/>
          </ac:spMkLst>
        </pc:spChg>
      </pc:sldChg>
      <pc:sldChg chg="addSp delSp">
        <pc:chgData name="Gabriella Crafa" userId="S::gabriella.crafa@diversitylab.it::72dbf1a6-ed27-4bb5-8469-9b5fad0cdd0d" providerId="AD" clId="Web-{83BB17D8-4908-133B-F563-18AD2559A60F}" dt="2026-06-17T12:17:47.037" v="108"/>
        <pc:sldMkLst>
          <pc:docMk/>
          <pc:sldMk cId="2472411556" sldId="259"/>
        </pc:sldMkLst>
        <pc:spChg chg="add">
          <ac:chgData name="Gabriella Crafa" userId="S::gabriella.crafa@diversitylab.it::72dbf1a6-ed27-4bb5-8469-9b5fad0cdd0d" providerId="AD" clId="Web-{83BB17D8-4908-133B-F563-18AD2559A60F}" dt="2026-06-17T12:17:44.006" v="106"/>
          <ac:spMkLst>
            <pc:docMk/>
            <pc:sldMk cId="2472411556" sldId="259"/>
            <ac:spMk id="4" creationId="{F1486116-0420-97C0-0CEE-1CC406D1C8ED}"/>
          </ac:spMkLst>
        </pc:spChg>
      </pc:sldChg>
      <pc:sldChg chg="addSp">
        <pc:chgData name="Gabriella Crafa" userId="S::gabriella.crafa@diversitylab.it::72dbf1a6-ed27-4bb5-8469-9b5fad0cdd0d" providerId="AD" clId="Web-{83BB17D8-4908-133B-F563-18AD2559A60F}" dt="2026-06-17T12:17:48.850" v="109"/>
        <pc:sldMkLst>
          <pc:docMk/>
          <pc:sldMk cId="1367923293" sldId="260"/>
        </pc:sldMkLst>
        <pc:spChg chg="add">
          <ac:chgData name="Gabriella Crafa" userId="S::gabriella.crafa@diversitylab.it::72dbf1a6-ed27-4bb5-8469-9b5fad0cdd0d" providerId="AD" clId="Web-{83BB17D8-4908-133B-F563-18AD2559A60F}" dt="2026-06-17T12:17:48.850" v="109"/>
          <ac:spMkLst>
            <pc:docMk/>
            <pc:sldMk cId="1367923293" sldId="260"/>
            <ac:spMk id="4" creationId="{C1F7D690-0B86-5F2D-2262-F9AB696CB0E3}"/>
          </ac:spMkLst>
        </pc:spChg>
      </pc:sldChg>
      <pc:sldChg chg="addSp">
        <pc:chgData name="Gabriella Crafa" userId="S::gabriella.crafa@diversitylab.it::72dbf1a6-ed27-4bb5-8469-9b5fad0cdd0d" providerId="AD" clId="Web-{83BB17D8-4908-133B-F563-18AD2559A60F}" dt="2026-06-17T12:17:34.364" v="103"/>
        <pc:sldMkLst>
          <pc:docMk/>
          <pc:sldMk cId="1456803193" sldId="261"/>
        </pc:sldMkLst>
        <pc:spChg chg="add">
          <ac:chgData name="Gabriella Crafa" userId="S::gabriella.crafa@diversitylab.it::72dbf1a6-ed27-4bb5-8469-9b5fad0cdd0d" providerId="AD" clId="Web-{83BB17D8-4908-133B-F563-18AD2559A60F}" dt="2026-06-17T12:17:34.364" v="103"/>
          <ac:spMkLst>
            <pc:docMk/>
            <pc:sldMk cId="1456803193" sldId="261"/>
            <ac:spMk id="4" creationId="{8D9BA699-AE5F-3768-0BAD-B3BF7DD94CD8}"/>
          </ac:spMkLst>
        </pc:spChg>
      </pc:sldChg>
      <pc:sldChg chg="addSp">
        <pc:chgData name="Gabriella Crafa" userId="S::gabriella.crafa@diversitylab.it::72dbf1a6-ed27-4bb5-8469-9b5fad0cdd0d" providerId="AD" clId="Web-{83BB17D8-4908-133B-F563-18AD2559A60F}" dt="2026-06-17T12:17:38.380" v="104"/>
        <pc:sldMkLst>
          <pc:docMk/>
          <pc:sldMk cId="304975763" sldId="262"/>
        </pc:sldMkLst>
        <pc:spChg chg="add">
          <ac:chgData name="Gabriella Crafa" userId="S::gabriella.crafa@diversitylab.it::72dbf1a6-ed27-4bb5-8469-9b5fad0cdd0d" providerId="AD" clId="Web-{83BB17D8-4908-133B-F563-18AD2559A60F}" dt="2026-06-17T12:17:38.380" v="104"/>
          <ac:spMkLst>
            <pc:docMk/>
            <pc:sldMk cId="304975763" sldId="262"/>
            <ac:spMk id="4" creationId="{C50773AB-8209-2F12-C275-831623F1ABBA}"/>
          </ac:spMkLst>
        </pc:spChg>
      </pc:sldChg>
      <pc:sldChg chg="addSp">
        <pc:chgData name="Gabriella Crafa" userId="S::gabriella.crafa@diversitylab.it::72dbf1a6-ed27-4bb5-8469-9b5fad0cdd0d" providerId="AD" clId="Web-{83BB17D8-4908-133B-F563-18AD2559A60F}" dt="2026-06-17T12:17:41.224" v="105"/>
        <pc:sldMkLst>
          <pc:docMk/>
          <pc:sldMk cId="1287784847" sldId="263"/>
        </pc:sldMkLst>
        <pc:spChg chg="add">
          <ac:chgData name="Gabriella Crafa" userId="S::gabriella.crafa@diversitylab.it::72dbf1a6-ed27-4bb5-8469-9b5fad0cdd0d" providerId="AD" clId="Web-{83BB17D8-4908-133B-F563-18AD2559A60F}" dt="2026-06-17T12:17:41.224" v="105"/>
          <ac:spMkLst>
            <pc:docMk/>
            <pc:sldMk cId="1287784847" sldId="263"/>
            <ac:spMk id="4" creationId="{DB81E3CD-D0C1-7D94-C3FF-B38EF09808EB}"/>
          </ac:spMkLst>
        </pc:spChg>
      </pc:sldChg>
      <pc:sldChg chg="addSp">
        <pc:chgData name="Gabriella Crafa" userId="S::gabriella.crafa@diversitylab.it::72dbf1a6-ed27-4bb5-8469-9b5fad0cdd0d" providerId="AD" clId="Web-{83BB17D8-4908-133B-F563-18AD2559A60F}" dt="2026-06-17T12:35:09.984" v="124"/>
        <pc:sldMkLst>
          <pc:docMk/>
          <pc:sldMk cId="554072507" sldId="414"/>
        </pc:sldMkLst>
        <pc:spChg chg="add">
          <ac:chgData name="Gabriella Crafa" userId="S::gabriella.crafa@diversitylab.it::72dbf1a6-ed27-4bb5-8469-9b5fad0cdd0d" providerId="AD" clId="Web-{83BB17D8-4908-133B-F563-18AD2559A60F}" dt="2026-06-17T12:35:09.984" v="124"/>
          <ac:spMkLst>
            <pc:docMk/>
            <pc:sldMk cId="554072507" sldId="414"/>
            <ac:spMk id="3" creationId="{C22E4449-32EF-4B97-9DCA-BDA2CF01A6B6}"/>
          </ac:spMkLst>
        </pc:spChg>
      </pc:sldChg>
      <pc:sldChg chg="addSp modSp">
        <pc:chgData name="Gabriella Crafa" userId="S::gabriella.crafa@diversitylab.it::72dbf1a6-ed27-4bb5-8469-9b5fad0cdd0d" providerId="AD" clId="Web-{83BB17D8-4908-133B-F563-18AD2559A60F}" dt="2026-06-17T12:42:16.154" v="157" actId="20577"/>
        <pc:sldMkLst>
          <pc:docMk/>
          <pc:sldMk cId="1152577874" sldId="428"/>
        </pc:sldMkLst>
        <pc:spChg chg="mod">
          <ac:chgData name="Gabriella Crafa" userId="S::gabriella.crafa@diversitylab.it::72dbf1a6-ed27-4bb5-8469-9b5fad0cdd0d" providerId="AD" clId="Web-{83BB17D8-4908-133B-F563-18AD2559A60F}" dt="2026-06-17T12:39:05.312" v="135" actId="14100"/>
          <ac:spMkLst>
            <pc:docMk/>
            <pc:sldMk cId="1152577874" sldId="428"/>
            <ac:spMk id="4" creationId="{55755690-3086-02F3-68CF-9007177CB066}"/>
          </ac:spMkLst>
        </pc:spChg>
        <pc:spChg chg="add mod">
          <ac:chgData name="Gabriella Crafa" userId="S::gabriella.crafa@diversitylab.it::72dbf1a6-ed27-4bb5-8469-9b5fad0cdd0d" providerId="AD" clId="Web-{83BB17D8-4908-133B-F563-18AD2559A60F}" dt="2026-06-17T12:42:16.154" v="157" actId="20577"/>
          <ac:spMkLst>
            <pc:docMk/>
            <pc:sldMk cId="1152577874" sldId="428"/>
            <ac:spMk id="8" creationId="{128F4159-27CA-9B7F-88D2-7E2C4E977E7E}"/>
          </ac:spMkLst>
        </pc:spChg>
      </pc:sldChg>
      <pc:sldChg chg="addSp delSp modSp">
        <pc:chgData name="Gabriella Crafa" userId="S::gabriella.crafa@diversitylab.it::72dbf1a6-ed27-4bb5-8469-9b5fad0cdd0d" providerId="AD" clId="Web-{83BB17D8-4908-133B-F563-18AD2559A60F}" dt="2026-06-17T12:42:42.218" v="161"/>
        <pc:sldMkLst>
          <pc:docMk/>
          <pc:sldMk cId="2251746351" sldId="432"/>
        </pc:sldMkLst>
        <pc:spChg chg="add">
          <ac:chgData name="Gabriella Crafa" userId="S::gabriella.crafa@diversitylab.it::72dbf1a6-ed27-4bb5-8469-9b5fad0cdd0d" providerId="AD" clId="Web-{83BB17D8-4908-133B-F563-18AD2559A60F}" dt="2026-06-17T12:42:42.218" v="161"/>
          <ac:spMkLst>
            <pc:docMk/>
            <pc:sldMk cId="2251746351" sldId="432"/>
            <ac:spMk id="7" creationId="{AD8AE7B3-604B-17D0-0308-F1EC74506540}"/>
          </ac:spMkLst>
        </pc:spChg>
        <pc:spChg chg="mod">
          <ac:chgData name="Gabriella Crafa" userId="S::gabriella.crafa@diversitylab.it::72dbf1a6-ed27-4bb5-8469-9b5fad0cdd0d" providerId="AD" clId="Web-{83BB17D8-4908-133B-F563-18AD2559A60F}" dt="2026-06-17T12:40:49.398" v="136" actId="14100"/>
          <ac:spMkLst>
            <pc:docMk/>
            <pc:sldMk cId="2251746351" sldId="432"/>
            <ac:spMk id="8" creationId="{A686F7D5-99E0-C1C8-9117-FC337B008651}"/>
          </ac:spMkLst>
        </pc:spChg>
      </pc:sldChg>
      <pc:sldChg chg="addSp">
        <pc:chgData name="Gabriella Crafa" userId="S::gabriella.crafa@diversitylab.it::72dbf1a6-ed27-4bb5-8469-9b5fad0cdd0d" providerId="AD" clId="Web-{83BB17D8-4908-133B-F563-18AD2559A60F}" dt="2026-06-17T12:38:20.653" v="128"/>
        <pc:sldMkLst>
          <pc:docMk/>
          <pc:sldMk cId="3993571225" sldId="433"/>
        </pc:sldMkLst>
        <pc:spChg chg="add">
          <ac:chgData name="Gabriella Crafa" userId="S::gabriella.crafa@diversitylab.it::72dbf1a6-ed27-4bb5-8469-9b5fad0cdd0d" providerId="AD" clId="Web-{83BB17D8-4908-133B-F563-18AD2559A60F}" dt="2026-06-17T12:38:20.653" v="128"/>
          <ac:spMkLst>
            <pc:docMk/>
            <pc:sldMk cId="3993571225" sldId="433"/>
            <ac:spMk id="4" creationId="{DA4261A3-999B-76EC-4FF0-AF61EA78AD47}"/>
          </ac:spMkLst>
        </pc:spChg>
      </pc:sldChg>
      <pc:sldChg chg="addSp">
        <pc:chgData name="Gabriella Crafa" userId="S::gabriella.crafa@diversitylab.it::72dbf1a6-ed27-4bb5-8469-9b5fad0cdd0d" providerId="AD" clId="Web-{83BB17D8-4908-133B-F563-18AD2559A60F}" dt="2026-06-17T12:38:21.919" v="129"/>
        <pc:sldMkLst>
          <pc:docMk/>
          <pc:sldMk cId="5785221" sldId="434"/>
        </pc:sldMkLst>
        <pc:spChg chg="add">
          <ac:chgData name="Gabriella Crafa" userId="S::gabriella.crafa@diversitylab.it::72dbf1a6-ed27-4bb5-8469-9b5fad0cdd0d" providerId="AD" clId="Web-{83BB17D8-4908-133B-F563-18AD2559A60F}" dt="2026-06-17T12:38:21.919" v="129"/>
          <ac:spMkLst>
            <pc:docMk/>
            <pc:sldMk cId="5785221" sldId="434"/>
            <ac:spMk id="4" creationId="{76F129A8-F379-086B-DF99-4C6EB16FC272}"/>
          </ac:spMkLst>
        </pc:spChg>
      </pc:sldChg>
      <pc:sldChg chg="addSp">
        <pc:chgData name="Gabriella Crafa" userId="S::gabriella.crafa@diversitylab.it::72dbf1a6-ed27-4bb5-8469-9b5fad0cdd0d" providerId="AD" clId="Web-{83BB17D8-4908-133B-F563-18AD2559A60F}" dt="2026-06-17T12:38:24.388" v="130"/>
        <pc:sldMkLst>
          <pc:docMk/>
          <pc:sldMk cId="3739389868" sldId="435"/>
        </pc:sldMkLst>
        <pc:spChg chg="add">
          <ac:chgData name="Gabriella Crafa" userId="S::gabriella.crafa@diversitylab.it::72dbf1a6-ed27-4bb5-8469-9b5fad0cdd0d" providerId="AD" clId="Web-{83BB17D8-4908-133B-F563-18AD2559A60F}" dt="2026-06-17T12:38:24.388" v="130"/>
          <ac:spMkLst>
            <pc:docMk/>
            <pc:sldMk cId="3739389868" sldId="435"/>
            <ac:spMk id="4" creationId="{20B83603-FCBB-607E-03E8-8A7B5D17FE50}"/>
          </ac:spMkLst>
        </pc:spChg>
      </pc:sldChg>
      <pc:sldChg chg="addSp">
        <pc:chgData name="Gabriella Crafa" userId="S::gabriella.crafa@diversitylab.it::72dbf1a6-ed27-4bb5-8469-9b5fad0cdd0d" providerId="AD" clId="Web-{83BB17D8-4908-133B-F563-18AD2559A60F}" dt="2026-06-17T12:38:29.169" v="132"/>
        <pc:sldMkLst>
          <pc:docMk/>
          <pc:sldMk cId="1432103548" sldId="438"/>
        </pc:sldMkLst>
        <pc:spChg chg="add">
          <ac:chgData name="Gabriella Crafa" userId="S::gabriella.crafa@diversitylab.it::72dbf1a6-ed27-4bb5-8469-9b5fad0cdd0d" providerId="AD" clId="Web-{83BB17D8-4908-133B-F563-18AD2559A60F}" dt="2026-06-17T12:38:29.169" v="132"/>
          <ac:spMkLst>
            <pc:docMk/>
            <pc:sldMk cId="1432103548" sldId="438"/>
            <ac:spMk id="4" creationId="{C3C0AA1A-7586-330F-68A0-EF063E8B6E05}"/>
          </ac:spMkLst>
        </pc:spChg>
      </pc:sldChg>
      <pc:sldChg chg="addSp">
        <pc:chgData name="Gabriella Crafa" userId="S::gabriella.crafa@diversitylab.it::72dbf1a6-ed27-4bb5-8469-9b5fad0cdd0d" providerId="AD" clId="Web-{83BB17D8-4908-133B-F563-18AD2559A60F}" dt="2026-06-17T12:17:32.974" v="102"/>
        <pc:sldMkLst>
          <pc:docMk/>
          <pc:sldMk cId="1543960541" sldId="440"/>
        </pc:sldMkLst>
        <pc:spChg chg="add">
          <ac:chgData name="Gabriella Crafa" userId="S::gabriella.crafa@diversitylab.it::72dbf1a6-ed27-4bb5-8469-9b5fad0cdd0d" providerId="AD" clId="Web-{83BB17D8-4908-133B-F563-18AD2559A60F}" dt="2026-06-17T12:17:32.974" v="102"/>
          <ac:spMkLst>
            <pc:docMk/>
            <pc:sldMk cId="1543960541" sldId="440"/>
            <ac:spMk id="4" creationId="{785EE889-822D-A832-7AE0-C379C39E638B}"/>
          </ac:spMkLst>
        </pc:spChg>
      </pc:sldChg>
      <pc:sldChg chg="addSp">
        <pc:chgData name="Gabriella Crafa" userId="S::gabriella.crafa@diversitylab.it::72dbf1a6-ed27-4bb5-8469-9b5fad0cdd0d" providerId="AD" clId="Web-{83BB17D8-4908-133B-F563-18AD2559A60F}" dt="2026-06-17T12:38:18.778" v="127"/>
        <pc:sldMkLst>
          <pc:docMk/>
          <pc:sldMk cId="1898054859" sldId="441"/>
        </pc:sldMkLst>
        <pc:spChg chg="add">
          <ac:chgData name="Gabriella Crafa" userId="S::gabriella.crafa@diversitylab.it::72dbf1a6-ed27-4bb5-8469-9b5fad0cdd0d" providerId="AD" clId="Web-{83BB17D8-4908-133B-F563-18AD2559A60F}" dt="2026-06-17T12:38:18.778" v="127"/>
          <ac:spMkLst>
            <pc:docMk/>
            <pc:sldMk cId="1898054859" sldId="441"/>
            <ac:spMk id="4" creationId="{E235FD68-FAC6-7494-0BF8-289B58885D33}"/>
          </ac:spMkLst>
        </pc:spChg>
      </pc:sldChg>
      <pc:sldChg chg="addSp modSp">
        <pc:chgData name="Gabriella Crafa" userId="S::gabriella.crafa@diversitylab.it::72dbf1a6-ed27-4bb5-8469-9b5fad0cdd0d" providerId="AD" clId="Web-{83BB17D8-4908-133B-F563-18AD2559A60F}" dt="2026-06-17T12:38:16.747" v="126"/>
        <pc:sldMkLst>
          <pc:docMk/>
          <pc:sldMk cId="84171094" sldId="446"/>
        </pc:sldMkLst>
        <pc:spChg chg="mod">
          <ac:chgData name="Gabriella Crafa" userId="S::gabriella.crafa@diversitylab.it::72dbf1a6-ed27-4bb5-8469-9b5fad0cdd0d" providerId="AD" clId="Web-{83BB17D8-4908-133B-F563-18AD2559A60F}" dt="2026-06-15T16:29:48.748" v="88" actId="20577"/>
          <ac:spMkLst>
            <pc:docMk/>
            <pc:sldMk cId="84171094" sldId="446"/>
            <ac:spMk id="2" creationId="{105AAFE5-8889-48FB-65D4-2088DEDCA383}"/>
          </ac:spMkLst>
        </pc:spChg>
        <pc:spChg chg="add">
          <ac:chgData name="Gabriella Crafa" userId="S::gabriella.crafa@diversitylab.it::72dbf1a6-ed27-4bb5-8469-9b5fad0cdd0d" providerId="AD" clId="Web-{83BB17D8-4908-133B-F563-18AD2559A60F}" dt="2026-06-17T12:38:16.747" v="126"/>
          <ac:spMkLst>
            <pc:docMk/>
            <pc:sldMk cId="84171094" sldId="446"/>
            <ac:spMk id="4" creationId="{D1975703-DF72-BF86-1805-BE91DDBE119A}"/>
          </ac:spMkLst>
        </pc:spChg>
      </pc:sldChg>
      <pc:sldChg chg="addSp modSp">
        <pc:chgData name="Gabriella Crafa" userId="S::gabriella.crafa@diversitylab.it::72dbf1a6-ed27-4bb5-8469-9b5fad0cdd0d" providerId="AD" clId="Web-{83BB17D8-4908-133B-F563-18AD2559A60F}" dt="2026-06-17T12:20:48.221" v="119" actId="20577"/>
        <pc:sldMkLst>
          <pc:docMk/>
          <pc:sldMk cId="3608122948" sldId="447"/>
        </pc:sldMkLst>
        <pc:spChg chg="mod">
          <ac:chgData name="Gabriella Crafa" userId="S::gabriella.crafa@diversitylab.it::72dbf1a6-ed27-4bb5-8469-9b5fad0cdd0d" providerId="AD" clId="Web-{83BB17D8-4908-133B-F563-18AD2559A60F}" dt="2026-06-17T12:19:18.543" v="113" actId="1076"/>
          <ac:spMkLst>
            <pc:docMk/>
            <pc:sldMk cId="3608122948" sldId="447"/>
            <ac:spMk id="12" creationId="{1DAC8C18-E2B2-A26C-5710-7F53EC244219}"/>
          </ac:spMkLst>
        </pc:spChg>
        <pc:spChg chg="mod">
          <ac:chgData name="Gabriella Crafa" userId="S::gabriella.crafa@diversitylab.it::72dbf1a6-ed27-4bb5-8469-9b5fad0cdd0d" providerId="AD" clId="Web-{83BB17D8-4908-133B-F563-18AD2559A60F}" dt="2026-06-17T12:20:48.221" v="119" actId="20577"/>
          <ac:spMkLst>
            <pc:docMk/>
            <pc:sldMk cId="3608122948" sldId="447"/>
            <ac:spMk id="13" creationId="{09B4FAD8-583D-106A-49DB-440352C99445}"/>
          </ac:spMkLst>
        </pc:spChg>
        <pc:spChg chg="add mod">
          <ac:chgData name="Gabriella Crafa" userId="S::gabriella.crafa@diversitylab.it::72dbf1a6-ed27-4bb5-8469-9b5fad0cdd0d" providerId="AD" clId="Web-{83BB17D8-4908-133B-F563-18AD2559A60F}" dt="2026-06-17T12:18:04.117" v="112" actId="20577"/>
          <ac:spMkLst>
            <pc:docMk/>
            <pc:sldMk cId="3608122948" sldId="447"/>
            <ac:spMk id="15" creationId="{0EE0D5DC-65BD-3891-9767-BE9C237C159B}"/>
          </ac:spMkLst>
        </pc:spChg>
      </pc:sldChg>
      <pc:sldChg chg="addSp">
        <pc:chgData name="Gabriella Crafa" userId="S::gabriella.crafa@diversitylab.it::72dbf1a6-ed27-4bb5-8469-9b5fad0cdd0d" providerId="AD" clId="Web-{83BB17D8-4908-133B-F563-18AD2559A60F}" dt="2026-06-17T12:21:05.426" v="120"/>
        <pc:sldMkLst>
          <pc:docMk/>
          <pc:sldMk cId="3351628198" sldId="448"/>
        </pc:sldMkLst>
        <pc:spChg chg="add">
          <ac:chgData name="Gabriella Crafa" userId="S::gabriella.crafa@diversitylab.it::72dbf1a6-ed27-4bb5-8469-9b5fad0cdd0d" providerId="AD" clId="Web-{83BB17D8-4908-133B-F563-18AD2559A60F}" dt="2026-06-17T12:21:05.426" v="120"/>
          <ac:spMkLst>
            <pc:docMk/>
            <pc:sldMk cId="3351628198" sldId="448"/>
            <ac:spMk id="3" creationId="{395AB78A-2C70-A936-F9DE-AF3DD273F66D}"/>
          </ac:spMkLst>
        </pc:spChg>
      </pc:sldChg>
      <pc:sldChg chg="addSp">
        <pc:chgData name="Gabriella Crafa" userId="S::gabriella.crafa@diversitylab.it::72dbf1a6-ed27-4bb5-8469-9b5fad0cdd0d" providerId="AD" clId="Web-{83BB17D8-4908-133B-F563-18AD2559A60F}" dt="2026-06-17T12:35:02.140" v="121"/>
        <pc:sldMkLst>
          <pc:docMk/>
          <pc:sldMk cId="2862318081" sldId="449"/>
        </pc:sldMkLst>
        <pc:spChg chg="add">
          <ac:chgData name="Gabriella Crafa" userId="S::gabriella.crafa@diversitylab.it::72dbf1a6-ed27-4bb5-8469-9b5fad0cdd0d" providerId="AD" clId="Web-{83BB17D8-4908-133B-F563-18AD2559A60F}" dt="2026-06-17T12:35:02.140" v="121"/>
          <ac:spMkLst>
            <pc:docMk/>
            <pc:sldMk cId="2862318081" sldId="449"/>
            <ac:spMk id="3" creationId="{3E418434-C434-F900-0FF9-8C1C5912BE14}"/>
          </ac:spMkLst>
        </pc:spChg>
      </pc:sldChg>
      <pc:sldChg chg="addSp">
        <pc:chgData name="Gabriella Crafa" userId="S::gabriella.crafa@diversitylab.it::72dbf1a6-ed27-4bb5-8469-9b5fad0cdd0d" providerId="AD" clId="Web-{83BB17D8-4908-133B-F563-18AD2559A60F}" dt="2026-06-17T12:35:06.593" v="122"/>
        <pc:sldMkLst>
          <pc:docMk/>
          <pc:sldMk cId="442731876" sldId="450"/>
        </pc:sldMkLst>
        <pc:spChg chg="add">
          <ac:chgData name="Gabriella Crafa" userId="S::gabriella.crafa@diversitylab.it::72dbf1a6-ed27-4bb5-8469-9b5fad0cdd0d" providerId="AD" clId="Web-{83BB17D8-4908-133B-F563-18AD2559A60F}" dt="2026-06-17T12:35:06.593" v="122"/>
          <ac:spMkLst>
            <pc:docMk/>
            <pc:sldMk cId="442731876" sldId="450"/>
            <ac:spMk id="4" creationId="{AC5A2D13-D055-3666-240D-C6DC46F22E9D}"/>
          </ac:spMkLst>
        </pc:spChg>
      </pc:sldChg>
      <pc:sldChg chg="addSp">
        <pc:chgData name="Gabriella Crafa" userId="S::gabriella.crafa@diversitylab.it::72dbf1a6-ed27-4bb5-8469-9b5fad0cdd0d" providerId="AD" clId="Web-{83BB17D8-4908-133B-F563-18AD2559A60F}" dt="2026-06-17T12:35:06.749" v="123"/>
        <pc:sldMkLst>
          <pc:docMk/>
          <pc:sldMk cId="3947034077" sldId="451"/>
        </pc:sldMkLst>
        <pc:spChg chg="add">
          <ac:chgData name="Gabriella Crafa" userId="S::gabriella.crafa@diversitylab.it::72dbf1a6-ed27-4bb5-8469-9b5fad0cdd0d" providerId="AD" clId="Web-{83BB17D8-4908-133B-F563-18AD2559A60F}" dt="2026-06-17T12:35:06.749" v="123"/>
          <ac:spMkLst>
            <pc:docMk/>
            <pc:sldMk cId="3947034077" sldId="451"/>
            <ac:spMk id="10" creationId="{57245B88-0355-C127-B0F1-1EFBDC55D547}"/>
          </ac:spMkLst>
        </pc:spChg>
      </pc:sldChg>
      <pc:sldChg chg="addSp">
        <pc:chgData name="Gabriella Crafa" userId="S::gabriella.crafa@diversitylab.it::72dbf1a6-ed27-4bb5-8469-9b5fad0cdd0d" providerId="AD" clId="Web-{83BB17D8-4908-133B-F563-18AD2559A60F}" dt="2026-06-17T12:38:14.965" v="125"/>
        <pc:sldMkLst>
          <pc:docMk/>
          <pc:sldMk cId="327730355" sldId="452"/>
        </pc:sldMkLst>
        <pc:spChg chg="add">
          <ac:chgData name="Gabriella Crafa" userId="S::gabriella.crafa@diversitylab.it::72dbf1a6-ed27-4bb5-8469-9b5fad0cdd0d" providerId="AD" clId="Web-{83BB17D8-4908-133B-F563-18AD2559A60F}" dt="2026-06-17T12:38:14.965" v="125"/>
          <ac:spMkLst>
            <pc:docMk/>
            <pc:sldMk cId="327730355" sldId="452"/>
            <ac:spMk id="4" creationId="{5BB2F795-44A7-7701-9278-EB9AE7D1CD80}"/>
          </ac:spMkLst>
        </pc:spChg>
      </pc:sldChg>
    </pc:docChg>
  </pc:docChgLst>
  <pc:docChgLst>
    <pc:chgData name="Maria Chiara Nicolini" userId="14b5437a-7d0c-456c-aa59-ef146f38c286" providerId="ADAL" clId="{5492FB36-8B22-58ED-A644-467DDF2ECE37}"/>
    <pc:docChg chg="undo custSel addSld delSld modSld sldOrd">
      <pc:chgData name="Maria Chiara Nicolini" userId="14b5437a-7d0c-456c-aa59-ef146f38c286" providerId="ADAL" clId="{5492FB36-8B22-58ED-A644-467DDF2ECE37}" dt="2026-06-25T05:57:07.169" v="2517" actId="2696"/>
      <pc:docMkLst>
        <pc:docMk/>
      </pc:docMkLst>
      <pc:sldChg chg="addSp delSp modSp mod">
        <pc:chgData name="Maria Chiara Nicolini" userId="14b5437a-7d0c-456c-aa59-ef146f38c286" providerId="ADAL" clId="{5492FB36-8B22-58ED-A644-467DDF2ECE37}" dt="2026-06-15T13:58:40.351" v="226"/>
        <pc:sldMkLst>
          <pc:docMk/>
          <pc:sldMk cId="124996437" sldId="257"/>
        </pc:sldMkLst>
        <pc:spChg chg="add mod">
          <ac:chgData name="Maria Chiara Nicolini" userId="14b5437a-7d0c-456c-aa59-ef146f38c286" providerId="ADAL" clId="{5492FB36-8B22-58ED-A644-467DDF2ECE37}" dt="2026-06-15T13:58:40.351" v="226"/>
          <ac:spMkLst>
            <pc:docMk/>
            <pc:sldMk cId="124996437" sldId="257"/>
            <ac:spMk id="2" creationId="{F994DBE3-966A-E57C-5201-CF3ADC96AA30}"/>
          </ac:spMkLst>
        </pc:spChg>
        <pc:spChg chg="mod">
          <ac:chgData name="Maria Chiara Nicolini" userId="14b5437a-7d0c-456c-aa59-ef146f38c286" providerId="ADAL" clId="{5492FB36-8B22-58ED-A644-467DDF2ECE37}" dt="2026-06-15T13:58:01.846" v="159" actId="14100"/>
          <ac:spMkLst>
            <pc:docMk/>
            <pc:sldMk cId="124996437" sldId="257"/>
            <ac:spMk id="6" creationId="{4C7906D1-BAEA-F479-95B7-3E58A8C9775F}"/>
          </ac:spMkLst>
        </pc:spChg>
      </pc:sldChg>
      <pc:sldChg chg="addSp delSp modSp mod">
        <pc:chgData name="Maria Chiara Nicolini" userId="14b5437a-7d0c-456c-aa59-ef146f38c286" providerId="ADAL" clId="{5492FB36-8B22-58ED-A644-467DDF2ECE37}" dt="2026-06-19T11:18:59.984" v="2052" actId="404"/>
        <pc:sldMkLst>
          <pc:docMk/>
          <pc:sldMk cId="2472411556" sldId="259"/>
        </pc:sldMkLst>
        <pc:spChg chg="mod">
          <ac:chgData name="Maria Chiara Nicolini" userId="14b5437a-7d0c-456c-aa59-ef146f38c286" providerId="ADAL" clId="{5492FB36-8B22-58ED-A644-467DDF2ECE37}" dt="2026-06-19T11:08:41.246" v="1898" actId="2711"/>
          <ac:spMkLst>
            <pc:docMk/>
            <pc:sldMk cId="2472411556" sldId="259"/>
            <ac:spMk id="2" creationId="{2BC362DA-FC34-AA8E-6612-E393746C89D1}"/>
          </ac:spMkLst>
        </pc:spChg>
        <pc:spChg chg="add mod">
          <ac:chgData name="Maria Chiara Nicolini" userId="14b5437a-7d0c-456c-aa59-ef146f38c286" providerId="ADAL" clId="{5492FB36-8B22-58ED-A644-467DDF2ECE37}" dt="2026-06-19T11:03:57.991" v="1723" actId="20577"/>
          <ac:spMkLst>
            <pc:docMk/>
            <pc:sldMk cId="2472411556" sldId="259"/>
            <ac:spMk id="3" creationId="{892AB08C-8755-3D14-0DFD-A76043314822}"/>
          </ac:spMkLst>
        </pc:spChg>
        <pc:spChg chg="add mod">
          <ac:chgData name="Maria Chiara Nicolini" userId="14b5437a-7d0c-456c-aa59-ef146f38c286" providerId="ADAL" clId="{5492FB36-8B22-58ED-A644-467DDF2ECE37}" dt="2026-06-19T11:18:48.039" v="2050" actId="403"/>
          <ac:spMkLst>
            <pc:docMk/>
            <pc:sldMk cId="2472411556" sldId="259"/>
            <ac:spMk id="5" creationId="{A3D738C9-092D-F900-FD73-B44999B93495}"/>
          </ac:spMkLst>
        </pc:spChg>
        <pc:spChg chg="add mod">
          <ac:chgData name="Maria Chiara Nicolini" userId="14b5437a-7d0c-456c-aa59-ef146f38c286" providerId="ADAL" clId="{5492FB36-8B22-58ED-A644-467DDF2ECE37}" dt="2026-06-19T11:18:52.700" v="2051" actId="1076"/>
          <ac:spMkLst>
            <pc:docMk/>
            <pc:sldMk cId="2472411556" sldId="259"/>
            <ac:spMk id="8" creationId="{E8293D91-D4AE-D1E4-B05C-FDFA2BB68189}"/>
          </ac:spMkLst>
        </pc:spChg>
        <pc:spChg chg="add mod">
          <ac:chgData name="Maria Chiara Nicolini" userId="14b5437a-7d0c-456c-aa59-ef146f38c286" providerId="ADAL" clId="{5492FB36-8B22-58ED-A644-467DDF2ECE37}" dt="2026-06-19T11:18:47.208" v="2049" actId="1076"/>
          <ac:spMkLst>
            <pc:docMk/>
            <pc:sldMk cId="2472411556" sldId="259"/>
            <ac:spMk id="9" creationId="{8BF37439-42F4-9769-4829-267761D5699D}"/>
          </ac:spMkLst>
        </pc:spChg>
        <pc:spChg chg="add mod">
          <ac:chgData name="Maria Chiara Nicolini" userId="14b5437a-7d0c-456c-aa59-ef146f38c286" providerId="ADAL" clId="{5492FB36-8B22-58ED-A644-467DDF2ECE37}" dt="2026-06-19T11:18:47.208" v="2049" actId="1076"/>
          <ac:spMkLst>
            <pc:docMk/>
            <pc:sldMk cId="2472411556" sldId="259"/>
            <ac:spMk id="10" creationId="{39DCA3A5-7AA2-C405-374A-6AB68B7CF1D0}"/>
          </ac:spMkLst>
        </pc:spChg>
        <pc:spChg chg="add mod">
          <ac:chgData name="Maria Chiara Nicolini" userId="14b5437a-7d0c-456c-aa59-ef146f38c286" providerId="ADAL" clId="{5492FB36-8B22-58ED-A644-467DDF2ECE37}" dt="2026-06-19T11:18:59.984" v="2052" actId="404"/>
          <ac:spMkLst>
            <pc:docMk/>
            <pc:sldMk cId="2472411556" sldId="259"/>
            <ac:spMk id="11" creationId="{B7973822-4F7C-AE65-C9A4-39E3A0953B2B}"/>
          </ac:spMkLst>
        </pc:spChg>
        <pc:spChg chg="add mod">
          <ac:chgData name="Maria Chiara Nicolini" userId="14b5437a-7d0c-456c-aa59-ef146f38c286" providerId="ADAL" clId="{5492FB36-8B22-58ED-A644-467DDF2ECE37}" dt="2026-06-19T11:18:59.984" v="2052" actId="404"/>
          <ac:spMkLst>
            <pc:docMk/>
            <pc:sldMk cId="2472411556" sldId="259"/>
            <ac:spMk id="12" creationId="{AB327242-C849-8C85-1689-9952F1E19A0D}"/>
          </ac:spMkLst>
        </pc:spChg>
        <pc:spChg chg="add mod">
          <ac:chgData name="Maria Chiara Nicolini" userId="14b5437a-7d0c-456c-aa59-ef146f38c286" providerId="ADAL" clId="{5492FB36-8B22-58ED-A644-467DDF2ECE37}" dt="2026-06-19T11:18:59.984" v="2052" actId="404"/>
          <ac:spMkLst>
            <pc:docMk/>
            <pc:sldMk cId="2472411556" sldId="259"/>
            <ac:spMk id="13" creationId="{3CBEB425-92BA-E4C3-EA62-27CB3DC6DA72}"/>
          </ac:spMkLst>
        </pc:spChg>
      </pc:sldChg>
      <pc:sldChg chg="modSp mod">
        <pc:chgData name="Maria Chiara Nicolini" userId="14b5437a-7d0c-456c-aa59-ef146f38c286" providerId="ADAL" clId="{5492FB36-8B22-58ED-A644-467DDF2ECE37}" dt="2026-06-19T11:16:13.575" v="2028" actId="20577"/>
        <pc:sldMkLst>
          <pc:docMk/>
          <pc:sldMk cId="1367923293" sldId="260"/>
        </pc:sldMkLst>
        <pc:spChg chg="mod">
          <ac:chgData name="Maria Chiara Nicolini" userId="14b5437a-7d0c-456c-aa59-ef146f38c286" providerId="ADAL" clId="{5492FB36-8B22-58ED-A644-467DDF2ECE37}" dt="2026-06-19T11:16:13.575" v="2028" actId="20577"/>
          <ac:spMkLst>
            <pc:docMk/>
            <pc:sldMk cId="1367923293" sldId="260"/>
            <ac:spMk id="2" creationId="{BDC6205D-21B1-8542-C10F-66FCBA9E7C4A}"/>
          </ac:spMkLst>
        </pc:spChg>
        <pc:spChg chg="mod">
          <ac:chgData name="Maria Chiara Nicolini" userId="14b5437a-7d0c-456c-aa59-ef146f38c286" providerId="ADAL" clId="{5492FB36-8B22-58ED-A644-467DDF2ECE37}" dt="2026-06-19T11:14:37.090" v="1973" actId="790"/>
          <ac:spMkLst>
            <pc:docMk/>
            <pc:sldMk cId="1367923293" sldId="260"/>
            <ac:spMk id="4" creationId="{C1F7D690-0B86-5F2D-2262-F9AB696CB0E3}"/>
          </ac:spMkLst>
        </pc:spChg>
        <pc:spChg chg="mod">
          <ac:chgData name="Maria Chiara Nicolini" userId="14b5437a-7d0c-456c-aa59-ef146f38c286" providerId="ADAL" clId="{5492FB36-8B22-58ED-A644-467DDF2ECE37}" dt="2026-06-19T11:14:37.090" v="1973" actId="790"/>
          <ac:spMkLst>
            <pc:docMk/>
            <pc:sldMk cId="1367923293" sldId="260"/>
            <ac:spMk id="6" creationId="{D7D0F3C1-D77A-4D05-4AA4-467EE6F069C3}"/>
          </ac:spMkLst>
        </pc:spChg>
      </pc:sldChg>
      <pc:sldChg chg="modSp mod">
        <pc:chgData name="Maria Chiara Nicolini" userId="14b5437a-7d0c-456c-aa59-ef146f38c286" providerId="ADAL" clId="{5492FB36-8B22-58ED-A644-467DDF2ECE37}" dt="2026-06-19T10:18:45.902" v="1052" actId="113"/>
        <pc:sldMkLst>
          <pc:docMk/>
          <pc:sldMk cId="1456803193" sldId="261"/>
        </pc:sldMkLst>
        <pc:spChg chg="mod">
          <ac:chgData name="Maria Chiara Nicolini" userId="14b5437a-7d0c-456c-aa59-ef146f38c286" providerId="ADAL" clId="{5492FB36-8B22-58ED-A644-467DDF2ECE37}" dt="2026-06-19T10:18:45.902" v="1052" actId="113"/>
          <ac:spMkLst>
            <pc:docMk/>
            <pc:sldMk cId="1456803193" sldId="261"/>
            <ac:spMk id="2" creationId="{77425BC7-E3C5-D93C-6D0F-56A317BE0F86}"/>
          </ac:spMkLst>
        </pc:spChg>
        <pc:spChg chg="mod">
          <ac:chgData name="Maria Chiara Nicolini" userId="14b5437a-7d0c-456c-aa59-ef146f38c286" providerId="ADAL" clId="{5492FB36-8B22-58ED-A644-467DDF2ECE37}" dt="2026-06-19T10:15:56.506" v="1041" actId="113"/>
          <ac:spMkLst>
            <pc:docMk/>
            <pc:sldMk cId="1456803193" sldId="261"/>
            <ac:spMk id="6" creationId="{1128256B-5FA6-078E-8C88-6EB32C1002DD}"/>
          </ac:spMkLst>
        </pc:spChg>
      </pc:sldChg>
      <pc:sldChg chg="addSp delSp modSp mod">
        <pc:chgData name="Maria Chiara Nicolini" userId="14b5437a-7d0c-456c-aa59-ef146f38c286" providerId="ADAL" clId="{5492FB36-8B22-58ED-A644-467DDF2ECE37}" dt="2026-06-22T09:23:31.374" v="2079" actId="20577"/>
        <pc:sldMkLst>
          <pc:docMk/>
          <pc:sldMk cId="304975763" sldId="262"/>
        </pc:sldMkLst>
        <pc:spChg chg="add mod">
          <ac:chgData name="Maria Chiara Nicolini" userId="14b5437a-7d0c-456c-aa59-ef146f38c286" providerId="ADAL" clId="{5492FB36-8B22-58ED-A644-467DDF2ECE37}" dt="2026-06-19T10:54:21.123" v="1534" actId="20577"/>
          <ac:spMkLst>
            <pc:docMk/>
            <pc:sldMk cId="304975763" sldId="262"/>
            <ac:spMk id="3" creationId="{D1C38EA9-67AA-159C-2ACC-E28179E3458F}"/>
          </ac:spMkLst>
        </pc:spChg>
        <pc:spChg chg="mod">
          <ac:chgData name="Maria Chiara Nicolini" userId="14b5437a-7d0c-456c-aa59-ef146f38c286" providerId="ADAL" clId="{5492FB36-8B22-58ED-A644-467DDF2ECE37}" dt="2026-06-19T10:22:35.091" v="1059" actId="113"/>
          <ac:spMkLst>
            <pc:docMk/>
            <pc:sldMk cId="304975763" sldId="262"/>
            <ac:spMk id="6" creationId="{84F2F21B-DD72-E8AC-586A-5251B4B32677}"/>
          </ac:spMkLst>
        </pc:spChg>
        <pc:graphicFrameChg chg="add mod modGraphic">
          <ac:chgData name="Maria Chiara Nicolini" userId="14b5437a-7d0c-456c-aa59-ef146f38c286" providerId="ADAL" clId="{5492FB36-8B22-58ED-A644-467DDF2ECE37}" dt="2026-06-22T09:23:31.374" v="2079" actId="20577"/>
          <ac:graphicFrameMkLst>
            <pc:docMk/>
            <pc:sldMk cId="304975763" sldId="262"/>
            <ac:graphicFrameMk id="10" creationId="{0010AD6A-970C-FCC8-4932-ED41FB964133}"/>
          </ac:graphicFrameMkLst>
        </pc:graphicFrameChg>
      </pc:sldChg>
      <pc:sldChg chg="addSp delSp modSp mod">
        <pc:chgData name="Maria Chiara Nicolini" userId="14b5437a-7d0c-456c-aa59-ef146f38c286" providerId="ADAL" clId="{5492FB36-8B22-58ED-A644-467DDF2ECE37}" dt="2026-06-19T10:55:10.088" v="1545" actId="1076"/>
        <pc:sldMkLst>
          <pc:docMk/>
          <pc:sldMk cId="1287784847" sldId="263"/>
        </pc:sldMkLst>
        <pc:spChg chg="mod">
          <ac:chgData name="Maria Chiara Nicolini" userId="14b5437a-7d0c-456c-aa59-ef146f38c286" providerId="ADAL" clId="{5492FB36-8B22-58ED-A644-467DDF2ECE37}" dt="2026-06-19T10:55:10.088" v="1545" actId="1076"/>
          <ac:spMkLst>
            <pc:docMk/>
            <pc:sldMk cId="1287784847" sldId="263"/>
            <ac:spMk id="2" creationId="{E5BD66CE-8488-B064-69A8-4367D1C58820}"/>
          </ac:spMkLst>
        </pc:spChg>
        <pc:spChg chg="add mod">
          <ac:chgData name="Maria Chiara Nicolini" userId="14b5437a-7d0c-456c-aa59-ef146f38c286" providerId="ADAL" clId="{5492FB36-8B22-58ED-A644-467DDF2ECE37}" dt="2026-06-19T10:55:07.397" v="1544" actId="20577"/>
          <ac:spMkLst>
            <pc:docMk/>
            <pc:sldMk cId="1287784847" sldId="263"/>
            <ac:spMk id="3" creationId="{F96E0551-3AC3-18B1-F581-11B22F0EBE85}"/>
          </ac:spMkLst>
        </pc:spChg>
      </pc:sldChg>
      <pc:sldChg chg="modSp mod">
        <pc:chgData name="Maria Chiara Nicolini" userId="14b5437a-7d0c-456c-aa59-ef146f38c286" providerId="ADAL" clId="{5492FB36-8B22-58ED-A644-467DDF2ECE37}" dt="2026-06-25T05:37:54.311" v="2248" actId="108"/>
        <pc:sldMkLst>
          <pc:docMk/>
          <pc:sldMk cId="554072507" sldId="414"/>
        </pc:sldMkLst>
        <pc:spChg chg="mod">
          <ac:chgData name="Maria Chiara Nicolini" userId="14b5437a-7d0c-456c-aa59-ef146f38c286" providerId="ADAL" clId="{5492FB36-8B22-58ED-A644-467DDF2ECE37}" dt="2026-06-25T05:37:54.311" v="2248" actId="108"/>
          <ac:spMkLst>
            <pc:docMk/>
            <pc:sldMk cId="554072507" sldId="414"/>
            <ac:spMk id="16" creationId="{F5536B7D-8EF7-EC8C-74D8-5262FA1F9D11}"/>
          </ac:spMkLst>
        </pc:spChg>
        <pc:spChg chg="mod">
          <ac:chgData name="Maria Chiara Nicolini" userId="14b5437a-7d0c-456c-aa59-ef146f38c286" providerId="ADAL" clId="{5492FB36-8B22-58ED-A644-467DDF2ECE37}" dt="2026-06-25T05:34:13.051" v="2232" actId="14100"/>
          <ac:spMkLst>
            <pc:docMk/>
            <pc:sldMk cId="554072507" sldId="414"/>
            <ac:spMk id="18" creationId="{F4B7E52A-3ABA-181C-FC09-6035C8261C56}"/>
          </ac:spMkLst>
        </pc:spChg>
      </pc:sldChg>
      <pc:sldChg chg="addSp delSp modSp add mod">
        <pc:chgData name="Maria Chiara Nicolini" userId="14b5437a-7d0c-456c-aa59-ef146f38c286" providerId="ADAL" clId="{5492FB36-8B22-58ED-A644-467DDF2ECE37}" dt="2026-06-25T05:50:11.328" v="2514" actId="255"/>
        <pc:sldMkLst>
          <pc:docMk/>
          <pc:sldMk cId="2462438760" sldId="429"/>
        </pc:sldMkLst>
        <pc:spChg chg="mod">
          <ac:chgData name="Maria Chiara Nicolini" userId="14b5437a-7d0c-456c-aa59-ef146f38c286" providerId="ADAL" clId="{5492FB36-8B22-58ED-A644-467DDF2ECE37}" dt="2026-06-25T05:49:40.952" v="2511" actId="2711"/>
          <ac:spMkLst>
            <pc:docMk/>
            <pc:sldMk cId="2462438760" sldId="429"/>
            <ac:spMk id="2" creationId="{82E3E652-B692-1789-A23D-C7169DC8A9FE}"/>
          </ac:spMkLst>
        </pc:spChg>
        <pc:spChg chg="add mod">
          <ac:chgData name="Maria Chiara Nicolini" userId="14b5437a-7d0c-456c-aa59-ef146f38c286" providerId="ADAL" clId="{5492FB36-8B22-58ED-A644-467DDF2ECE37}" dt="2026-06-19T09:38:06.973" v="964"/>
          <ac:spMkLst>
            <pc:docMk/>
            <pc:sldMk cId="2462438760" sldId="429"/>
            <ac:spMk id="3" creationId="{FC261A64-1404-982E-A3DD-4E1B986EE866}"/>
          </ac:spMkLst>
        </pc:spChg>
        <pc:spChg chg="mod">
          <ac:chgData name="Maria Chiara Nicolini" userId="14b5437a-7d0c-456c-aa59-ef146f38c286" providerId="ADAL" clId="{5492FB36-8B22-58ED-A644-467DDF2ECE37}" dt="2026-06-25T05:50:11.328" v="2514" actId="255"/>
          <ac:spMkLst>
            <pc:docMk/>
            <pc:sldMk cId="2462438760" sldId="429"/>
            <ac:spMk id="7" creationId="{BF1E3A1C-A5C8-1565-5C19-3590ABA40EBF}"/>
          </ac:spMkLst>
        </pc:spChg>
        <pc:spChg chg="mod">
          <ac:chgData name="Maria Chiara Nicolini" userId="14b5437a-7d0c-456c-aa59-ef146f38c286" providerId="ADAL" clId="{5492FB36-8B22-58ED-A644-467DDF2ECE37}" dt="2026-06-25T05:50:11.328" v="2514" actId="255"/>
          <ac:spMkLst>
            <pc:docMk/>
            <pc:sldMk cId="2462438760" sldId="429"/>
            <ac:spMk id="9" creationId="{8F83454B-89E0-B9CE-FD85-FD8A72A2703B}"/>
          </ac:spMkLst>
        </pc:spChg>
        <pc:spChg chg="mod">
          <ac:chgData name="Maria Chiara Nicolini" userId="14b5437a-7d0c-456c-aa59-ef146f38c286" providerId="ADAL" clId="{5492FB36-8B22-58ED-A644-467DDF2ECE37}" dt="2026-06-25T05:50:11.328" v="2514" actId="255"/>
          <ac:spMkLst>
            <pc:docMk/>
            <pc:sldMk cId="2462438760" sldId="429"/>
            <ac:spMk id="13" creationId="{70EF4AB7-C966-E33C-49A3-3AA5441B65ED}"/>
          </ac:spMkLst>
        </pc:spChg>
        <pc:spChg chg="mod">
          <ac:chgData name="Maria Chiara Nicolini" userId="14b5437a-7d0c-456c-aa59-ef146f38c286" providerId="ADAL" clId="{5492FB36-8B22-58ED-A644-467DDF2ECE37}" dt="2026-06-25T05:50:11.328" v="2514" actId="255"/>
          <ac:spMkLst>
            <pc:docMk/>
            <pc:sldMk cId="2462438760" sldId="429"/>
            <ac:spMk id="15" creationId="{D2B74174-0F98-4372-E159-57B21BF8D5EC}"/>
          </ac:spMkLst>
        </pc:spChg>
        <pc:cxnChg chg="del">
          <ac:chgData name="Maria Chiara Nicolini" userId="14b5437a-7d0c-456c-aa59-ef146f38c286" providerId="ADAL" clId="{5492FB36-8B22-58ED-A644-467DDF2ECE37}" dt="2026-06-25T05:49:53.537" v="2512" actId="478"/>
          <ac:cxnSpMkLst>
            <pc:docMk/>
            <pc:sldMk cId="2462438760" sldId="429"/>
            <ac:cxnSpMk id="10" creationId="{1FB58966-4E1A-4DAA-C272-8EBC8A7204BE}"/>
          </ac:cxnSpMkLst>
        </pc:cxnChg>
      </pc:sldChg>
      <pc:sldChg chg="modSp mod">
        <pc:chgData name="Maria Chiara Nicolini" userId="14b5437a-7d0c-456c-aa59-ef146f38c286" providerId="ADAL" clId="{5492FB36-8B22-58ED-A644-467DDF2ECE37}" dt="2026-06-25T05:38:01.335" v="2249" actId="108"/>
        <pc:sldMkLst>
          <pc:docMk/>
          <pc:sldMk cId="3993571225" sldId="433"/>
        </pc:sldMkLst>
        <pc:spChg chg="mod">
          <ac:chgData name="Maria Chiara Nicolini" userId="14b5437a-7d0c-456c-aa59-ef146f38c286" providerId="ADAL" clId="{5492FB36-8B22-58ED-A644-467DDF2ECE37}" dt="2026-06-25T05:35:12.174" v="2235" actId="20577"/>
          <ac:spMkLst>
            <pc:docMk/>
            <pc:sldMk cId="3993571225" sldId="433"/>
            <ac:spMk id="2" creationId="{60491C7F-8AC7-3878-C3C1-E6FDB581E24C}"/>
          </ac:spMkLst>
        </pc:spChg>
        <pc:spChg chg="mod">
          <ac:chgData name="Maria Chiara Nicolini" userId="14b5437a-7d0c-456c-aa59-ef146f38c286" providerId="ADAL" clId="{5492FB36-8B22-58ED-A644-467DDF2ECE37}" dt="2026-06-25T05:38:01.335" v="2249" actId="108"/>
          <ac:spMkLst>
            <pc:docMk/>
            <pc:sldMk cId="3993571225" sldId="433"/>
            <ac:spMk id="6" creationId="{8B436E00-6B94-C10F-64E0-90DA5C054B83}"/>
          </ac:spMkLst>
        </pc:spChg>
      </pc:sldChg>
      <pc:sldChg chg="modSp mod">
        <pc:chgData name="Maria Chiara Nicolini" userId="14b5437a-7d0c-456c-aa59-ef146f38c286" providerId="ADAL" clId="{5492FB36-8B22-58ED-A644-467DDF2ECE37}" dt="2026-06-25T05:38:05.866" v="2250" actId="108"/>
        <pc:sldMkLst>
          <pc:docMk/>
          <pc:sldMk cId="5785221" sldId="434"/>
        </pc:sldMkLst>
        <pc:spChg chg="mod">
          <ac:chgData name="Maria Chiara Nicolini" userId="14b5437a-7d0c-456c-aa59-ef146f38c286" providerId="ADAL" clId="{5492FB36-8B22-58ED-A644-467DDF2ECE37}" dt="2026-06-25T05:35:31.003" v="2236" actId="2711"/>
          <ac:spMkLst>
            <pc:docMk/>
            <pc:sldMk cId="5785221" sldId="434"/>
            <ac:spMk id="2" creationId="{795265AC-105F-A304-44EA-C61E8CDA7F66}"/>
          </ac:spMkLst>
        </pc:spChg>
        <pc:spChg chg="mod">
          <ac:chgData name="Maria Chiara Nicolini" userId="14b5437a-7d0c-456c-aa59-ef146f38c286" providerId="ADAL" clId="{5492FB36-8B22-58ED-A644-467DDF2ECE37}" dt="2026-06-25T05:38:05.866" v="2250" actId="108"/>
          <ac:spMkLst>
            <pc:docMk/>
            <pc:sldMk cId="5785221" sldId="434"/>
            <ac:spMk id="6" creationId="{610A226C-E395-A8E8-E615-7185E5EC0B5E}"/>
          </ac:spMkLst>
        </pc:spChg>
        <pc:graphicFrameChg chg="mod modGraphic">
          <ac:chgData name="Maria Chiara Nicolini" userId="14b5437a-7d0c-456c-aa59-ef146f38c286" providerId="ADAL" clId="{5492FB36-8B22-58ED-A644-467DDF2ECE37}" dt="2026-06-25T05:36:24.660" v="2241" actId="2084"/>
          <ac:graphicFrameMkLst>
            <pc:docMk/>
            <pc:sldMk cId="5785221" sldId="434"/>
            <ac:graphicFrameMk id="5" creationId="{A7D19C26-0220-1FDB-22A1-FEB2336A66A3}"/>
          </ac:graphicFrameMkLst>
        </pc:graphicFrameChg>
      </pc:sldChg>
      <pc:sldChg chg="modSp mod">
        <pc:chgData name="Maria Chiara Nicolini" userId="14b5437a-7d0c-456c-aa59-ef146f38c286" providerId="ADAL" clId="{5492FB36-8B22-58ED-A644-467DDF2ECE37}" dt="2026-06-25T05:42:16.065" v="2420" actId="20577"/>
        <pc:sldMkLst>
          <pc:docMk/>
          <pc:sldMk cId="3739389868" sldId="435"/>
        </pc:sldMkLst>
        <pc:spChg chg="mod">
          <ac:chgData name="Maria Chiara Nicolini" userId="14b5437a-7d0c-456c-aa59-ef146f38c286" providerId="ADAL" clId="{5492FB36-8B22-58ED-A644-467DDF2ECE37}" dt="2026-06-25T05:38:10.866" v="2251" actId="108"/>
          <ac:spMkLst>
            <pc:docMk/>
            <pc:sldMk cId="3739389868" sldId="435"/>
            <ac:spMk id="6" creationId="{D8AA9AF1-0727-606A-1400-1BE830D5DC7D}"/>
          </ac:spMkLst>
        </pc:spChg>
        <pc:graphicFrameChg chg="modGraphic">
          <ac:chgData name="Maria Chiara Nicolini" userId="14b5437a-7d0c-456c-aa59-ef146f38c286" providerId="ADAL" clId="{5492FB36-8B22-58ED-A644-467DDF2ECE37}" dt="2026-06-25T05:42:16.065" v="2420" actId="20577"/>
          <ac:graphicFrameMkLst>
            <pc:docMk/>
            <pc:sldMk cId="3739389868" sldId="435"/>
            <ac:graphicFrameMk id="5" creationId="{1E69E032-2A37-7550-8C79-BD2AD290DEE8}"/>
          </ac:graphicFrameMkLst>
        </pc:graphicFrameChg>
      </pc:sldChg>
      <pc:sldChg chg="modSp mod">
        <pc:chgData name="Maria Chiara Nicolini" userId="14b5437a-7d0c-456c-aa59-ef146f38c286" providerId="ADAL" clId="{5492FB36-8B22-58ED-A644-467DDF2ECE37}" dt="2026-06-25T05:42:47.436" v="2423" actId="108"/>
        <pc:sldMkLst>
          <pc:docMk/>
          <pc:sldMk cId="1432103548" sldId="438"/>
        </pc:sldMkLst>
        <pc:spChg chg="mod">
          <ac:chgData name="Maria Chiara Nicolini" userId="14b5437a-7d0c-456c-aa59-ef146f38c286" providerId="ADAL" clId="{5492FB36-8B22-58ED-A644-467DDF2ECE37}" dt="2026-06-25T05:38:47.714" v="2257" actId="2711"/>
          <ac:spMkLst>
            <pc:docMk/>
            <pc:sldMk cId="1432103548" sldId="438"/>
            <ac:spMk id="2" creationId="{B119BA57-FFBC-614C-72AA-6E738D1EE330}"/>
          </ac:spMkLst>
        </pc:spChg>
        <pc:spChg chg="mod">
          <ac:chgData name="Maria Chiara Nicolini" userId="14b5437a-7d0c-456c-aa59-ef146f38c286" providerId="ADAL" clId="{5492FB36-8B22-58ED-A644-467DDF2ECE37}" dt="2026-06-25T05:42:47.436" v="2423" actId="108"/>
          <ac:spMkLst>
            <pc:docMk/>
            <pc:sldMk cId="1432103548" sldId="438"/>
            <ac:spMk id="6" creationId="{0A4ED68A-22FD-ADCF-EC7A-EA2F2D789AFC}"/>
          </ac:spMkLst>
        </pc:spChg>
      </pc:sldChg>
      <pc:sldChg chg="modSp add mod">
        <pc:chgData name="Maria Chiara Nicolini" userId="14b5437a-7d0c-456c-aa59-ef146f38c286" providerId="ADAL" clId="{5492FB36-8B22-58ED-A644-467DDF2ECE37}" dt="2026-06-15T13:58:35.284" v="224" actId="20577"/>
        <pc:sldMkLst>
          <pc:docMk/>
          <pc:sldMk cId="1543960541" sldId="440"/>
        </pc:sldMkLst>
        <pc:spChg chg="mod">
          <ac:chgData name="Maria Chiara Nicolini" userId="14b5437a-7d0c-456c-aa59-ef146f38c286" providerId="ADAL" clId="{5492FB36-8B22-58ED-A644-467DDF2ECE37}" dt="2026-06-15T13:58:35.284" v="224" actId="20577"/>
          <ac:spMkLst>
            <pc:docMk/>
            <pc:sldMk cId="1543960541" sldId="440"/>
            <ac:spMk id="3" creationId="{D7CCFBBF-A101-C5A3-A562-86C39CA16C25}"/>
          </ac:spMkLst>
        </pc:spChg>
        <pc:spChg chg="mod">
          <ac:chgData name="Maria Chiara Nicolini" userId="14b5437a-7d0c-456c-aa59-ef146f38c286" providerId="ADAL" clId="{5492FB36-8B22-58ED-A644-467DDF2ECE37}" dt="2026-06-15T13:58:26.872" v="209" actId="14100"/>
          <ac:spMkLst>
            <pc:docMk/>
            <pc:sldMk cId="1543960541" sldId="440"/>
            <ac:spMk id="6" creationId="{A0E5CB28-F5E9-656F-453E-7827D1662F93}"/>
          </ac:spMkLst>
        </pc:spChg>
      </pc:sldChg>
      <pc:sldChg chg="modSp add mod">
        <pc:chgData name="Maria Chiara Nicolini" userId="14b5437a-7d0c-456c-aa59-ef146f38c286" providerId="ADAL" clId="{5492FB36-8B22-58ED-A644-467DDF2ECE37}" dt="2026-06-22T14:18:21.783" v="2224" actId="20577"/>
        <pc:sldMkLst>
          <pc:docMk/>
          <pc:sldMk cId="1898054859" sldId="441"/>
        </pc:sldMkLst>
        <pc:spChg chg="mod">
          <ac:chgData name="Maria Chiara Nicolini" userId="14b5437a-7d0c-456c-aa59-ef146f38c286" providerId="ADAL" clId="{5492FB36-8B22-58ED-A644-467DDF2ECE37}" dt="2026-06-22T14:18:21.783" v="2224" actId="20577"/>
          <ac:spMkLst>
            <pc:docMk/>
            <pc:sldMk cId="1898054859" sldId="441"/>
            <ac:spMk id="6" creationId="{5CCB1A4E-0031-94CD-2FFF-C2BC97B9DFC4}"/>
          </ac:spMkLst>
        </pc:spChg>
      </pc:sldChg>
      <pc:sldChg chg="addSp modSp add mod">
        <pc:chgData name="Maria Chiara Nicolini" userId="14b5437a-7d0c-456c-aa59-ef146f38c286" providerId="ADAL" clId="{5492FB36-8B22-58ED-A644-467DDF2ECE37}" dt="2026-06-19T09:37:30.423" v="957"/>
        <pc:sldMkLst>
          <pc:docMk/>
          <pc:sldMk cId="2612929003" sldId="442"/>
        </pc:sldMkLst>
        <pc:spChg chg="add mod">
          <ac:chgData name="Maria Chiara Nicolini" userId="14b5437a-7d0c-456c-aa59-ef146f38c286" providerId="ADAL" clId="{5492FB36-8B22-58ED-A644-467DDF2ECE37}" dt="2026-06-19T09:37:30.423" v="957"/>
          <ac:spMkLst>
            <pc:docMk/>
            <pc:sldMk cId="2612929003" sldId="442"/>
            <ac:spMk id="2" creationId="{E5068B72-9CC8-CA8E-4516-0B697A2C2695}"/>
          </ac:spMkLst>
        </pc:spChg>
        <pc:spChg chg="mod">
          <ac:chgData name="Maria Chiara Nicolini" userId="14b5437a-7d0c-456c-aa59-ef146f38c286" providerId="ADAL" clId="{5492FB36-8B22-58ED-A644-467DDF2ECE37}" dt="2026-06-15T13:59:22.553" v="270" actId="20577"/>
          <ac:spMkLst>
            <pc:docMk/>
            <pc:sldMk cId="2612929003" sldId="442"/>
            <ac:spMk id="6" creationId="{69C6CB00-DDAD-653C-F559-E3451EAD14E6}"/>
          </ac:spMkLst>
        </pc:spChg>
      </pc:sldChg>
      <pc:sldChg chg="addSp modSp add mod">
        <pc:chgData name="Maria Chiara Nicolini" userId="14b5437a-7d0c-456c-aa59-ef146f38c286" providerId="ADAL" clId="{5492FB36-8B22-58ED-A644-467DDF2ECE37}" dt="2026-06-25T05:43:28.740" v="2425" actId="113"/>
        <pc:sldMkLst>
          <pc:docMk/>
          <pc:sldMk cId="3543006781" sldId="443"/>
        </pc:sldMkLst>
        <pc:spChg chg="mod">
          <ac:chgData name="Maria Chiara Nicolini" userId="14b5437a-7d0c-456c-aa59-ef146f38c286" providerId="ADAL" clId="{5492FB36-8B22-58ED-A644-467DDF2ECE37}" dt="2026-06-25T05:43:14.006" v="2424" actId="2711"/>
          <ac:spMkLst>
            <pc:docMk/>
            <pc:sldMk cId="3543006781" sldId="443"/>
            <ac:spMk id="2" creationId="{B4104F05-5B6D-9595-E843-D7571598EC46}"/>
          </ac:spMkLst>
        </pc:spChg>
        <pc:spChg chg="add mod">
          <ac:chgData name="Maria Chiara Nicolini" userId="14b5437a-7d0c-456c-aa59-ef146f38c286" providerId="ADAL" clId="{5492FB36-8B22-58ED-A644-467DDF2ECE37}" dt="2026-06-19T09:37:35.075" v="958"/>
          <ac:spMkLst>
            <pc:docMk/>
            <pc:sldMk cId="3543006781" sldId="443"/>
            <ac:spMk id="3" creationId="{15D7BEFF-A8F4-6529-D36D-CCC1EABDB874}"/>
          </ac:spMkLst>
        </pc:spChg>
        <pc:spChg chg="mod">
          <ac:chgData name="Maria Chiara Nicolini" userId="14b5437a-7d0c-456c-aa59-ef146f38c286" providerId="ADAL" clId="{5492FB36-8B22-58ED-A644-467DDF2ECE37}" dt="2026-06-25T05:43:28.740" v="2425" actId="113"/>
          <ac:spMkLst>
            <pc:docMk/>
            <pc:sldMk cId="3543006781" sldId="443"/>
            <ac:spMk id="6" creationId="{33A0696B-7440-8BC2-6452-CA191FCB46B9}"/>
          </ac:spMkLst>
        </pc:spChg>
      </pc:sldChg>
      <pc:sldChg chg="addSp modSp add mod">
        <pc:chgData name="Maria Chiara Nicolini" userId="14b5437a-7d0c-456c-aa59-ef146f38c286" providerId="ADAL" clId="{5492FB36-8B22-58ED-A644-467DDF2ECE37}" dt="2026-06-25T05:45:37.379" v="2490" actId="1076"/>
        <pc:sldMkLst>
          <pc:docMk/>
          <pc:sldMk cId="1449470426" sldId="444"/>
        </pc:sldMkLst>
        <pc:spChg chg="mod">
          <ac:chgData name="Maria Chiara Nicolini" userId="14b5437a-7d0c-456c-aa59-ef146f38c286" providerId="ADAL" clId="{5492FB36-8B22-58ED-A644-467DDF2ECE37}" dt="2026-06-25T05:45:37.379" v="2490" actId="1076"/>
          <ac:spMkLst>
            <pc:docMk/>
            <pc:sldMk cId="1449470426" sldId="444"/>
            <ac:spMk id="2" creationId="{DD4D9ED9-B885-4522-C7EE-E029CDF9BC55}"/>
          </ac:spMkLst>
        </pc:spChg>
        <pc:spChg chg="add mod">
          <ac:chgData name="Maria Chiara Nicolini" userId="14b5437a-7d0c-456c-aa59-ef146f38c286" providerId="ADAL" clId="{5492FB36-8B22-58ED-A644-467DDF2ECE37}" dt="2026-06-19T09:37:37.229" v="959"/>
          <ac:spMkLst>
            <pc:docMk/>
            <pc:sldMk cId="1449470426" sldId="444"/>
            <ac:spMk id="3" creationId="{C6AC1374-1825-EADC-7E5E-C6CD7CCC43A5}"/>
          </ac:spMkLst>
        </pc:spChg>
        <pc:spChg chg="mod">
          <ac:chgData name="Maria Chiara Nicolini" userId="14b5437a-7d0c-456c-aa59-ef146f38c286" providerId="ADAL" clId="{5492FB36-8B22-58ED-A644-467DDF2ECE37}" dt="2026-06-25T05:44:53.515" v="2471" actId="20577"/>
          <ac:spMkLst>
            <pc:docMk/>
            <pc:sldMk cId="1449470426" sldId="444"/>
            <ac:spMk id="6" creationId="{7F8E00C5-B95F-D6A4-96C8-1856A9813F65}"/>
          </ac:spMkLst>
        </pc:spChg>
      </pc:sldChg>
      <pc:sldChg chg="addSp delSp modSp add mod">
        <pc:chgData name="Maria Chiara Nicolini" userId="14b5437a-7d0c-456c-aa59-ef146f38c286" providerId="ADAL" clId="{5492FB36-8B22-58ED-A644-467DDF2ECE37}" dt="2026-06-25T05:49:15.263" v="2510"/>
        <pc:sldMkLst>
          <pc:docMk/>
          <pc:sldMk cId="2634960672" sldId="445"/>
        </pc:sldMkLst>
        <pc:spChg chg="mod">
          <ac:chgData name="Maria Chiara Nicolini" userId="14b5437a-7d0c-456c-aa59-ef146f38c286" providerId="ADAL" clId="{5492FB36-8B22-58ED-A644-467DDF2ECE37}" dt="2026-06-25T05:45:56.421" v="2492" actId="13926"/>
          <ac:spMkLst>
            <pc:docMk/>
            <pc:sldMk cId="2634960672" sldId="445"/>
            <ac:spMk id="2" creationId="{90E1F3CF-0657-30C6-1944-6C0217B6CDFA}"/>
          </ac:spMkLst>
        </pc:spChg>
        <pc:spChg chg="add mod">
          <ac:chgData name="Maria Chiara Nicolini" userId="14b5437a-7d0c-456c-aa59-ef146f38c286" providerId="ADAL" clId="{5492FB36-8B22-58ED-A644-467DDF2ECE37}" dt="2026-06-19T09:37:40.902" v="960"/>
          <ac:spMkLst>
            <pc:docMk/>
            <pc:sldMk cId="2634960672" sldId="445"/>
            <ac:spMk id="3" creationId="{B7C5B02F-0D61-02BE-132B-BA10B2CFD93B}"/>
          </ac:spMkLst>
        </pc:spChg>
        <pc:spChg chg="mod">
          <ac:chgData name="Maria Chiara Nicolini" userId="14b5437a-7d0c-456c-aa59-ef146f38c286" providerId="ADAL" clId="{5492FB36-8B22-58ED-A644-467DDF2ECE37}" dt="2026-06-25T05:45:49.539" v="2491" actId="2711"/>
          <ac:spMkLst>
            <pc:docMk/>
            <pc:sldMk cId="2634960672" sldId="445"/>
            <ac:spMk id="6" creationId="{4CF4F3C2-B00E-63BE-C8BF-FAC638A67AFF}"/>
          </ac:spMkLst>
        </pc:spChg>
        <pc:spChg chg="mod">
          <ac:chgData name="Maria Chiara Nicolini" userId="14b5437a-7d0c-456c-aa59-ef146f38c286" providerId="ADAL" clId="{5492FB36-8B22-58ED-A644-467DDF2ECE37}" dt="2026-06-25T05:45:49.539" v="2491" actId="2711"/>
          <ac:spMkLst>
            <pc:docMk/>
            <pc:sldMk cId="2634960672" sldId="445"/>
            <ac:spMk id="8" creationId="{478D43AC-3AAA-5A9C-8C2F-390991A15667}"/>
          </ac:spMkLst>
        </pc:spChg>
        <pc:spChg chg="mod">
          <ac:chgData name="Maria Chiara Nicolini" userId="14b5437a-7d0c-456c-aa59-ef146f38c286" providerId="ADAL" clId="{5492FB36-8B22-58ED-A644-467DDF2ECE37}" dt="2026-06-25T05:47:17.546" v="2494" actId="2711"/>
          <ac:spMkLst>
            <pc:docMk/>
            <pc:sldMk cId="2634960672" sldId="445"/>
            <ac:spMk id="10" creationId="{816CFF58-6220-868F-3708-58F61209AC3E}"/>
          </ac:spMkLst>
        </pc:spChg>
        <pc:spChg chg="mod">
          <ac:chgData name="Maria Chiara Nicolini" userId="14b5437a-7d0c-456c-aa59-ef146f38c286" providerId="ADAL" clId="{5492FB36-8B22-58ED-A644-467DDF2ECE37}" dt="2026-06-25T05:47:17.546" v="2494" actId="2711"/>
          <ac:spMkLst>
            <pc:docMk/>
            <pc:sldMk cId="2634960672" sldId="445"/>
            <ac:spMk id="12" creationId="{0D47CF09-8843-6975-216F-B0D39899A2F2}"/>
          </ac:spMkLst>
        </pc:spChg>
        <pc:spChg chg="mod">
          <ac:chgData name="Maria Chiara Nicolini" userId="14b5437a-7d0c-456c-aa59-ef146f38c286" providerId="ADAL" clId="{5492FB36-8B22-58ED-A644-467DDF2ECE37}" dt="2026-06-25T05:47:17.546" v="2494" actId="2711"/>
          <ac:spMkLst>
            <pc:docMk/>
            <pc:sldMk cId="2634960672" sldId="445"/>
            <ac:spMk id="14" creationId="{205AFEF0-E658-B022-7174-1851F835D37A}"/>
          </ac:spMkLst>
        </pc:spChg>
        <pc:spChg chg="mod">
          <ac:chgData name="Maria Chiara Nicolini" userId="14b5437a-7d0c-456c-aa59-ef146f38c286" providerId="ADAL" clId="{5492FB36-8B22-58ED-A644-467DDF2ECE37}" dt="2026-06-25T05:47:17.546" v="2494" actId="2711"/>
          <ac:spMkLst>
            <pc:docMk/>
            <pc:sldMk cId="2634960672" sldId="445"/>
            <ac:spMk id="16" creationId="{FD149365-7BB7-3B4A-B76E-9D106153731C}"/>
          </ac:spMkLst>
        </pc:spChg>
        <pc:spChg chg="del">
          <ac:chgData name="Maria Chiara Nicolini" userId="14b5437a-7d0c-456c-aa59-ef146f38c286" providerId="ADAL" clId="{5492FB36-8B22-58ED-A644-467DDF2ECE37}" dt="2026-06-25T05:46:37.161" v="2493" actId="478"/>
          <ac:spMkLst>
            <pc:docMk/>
            <pc:sldMk cId="2634960672" sldId="445"/>
            <ac:spMk id="18" creationId="{F460034A-B23E-0225-1FB8-4513AD5D0022}"/>
          </ac:spMkLst>
        </pc:spChg>
        <pc:spChg chg="mod">
          <ac:chgData name="Maria Chiara Nicolini" userId="14b5437a-7d0c-456c-aa59-ef146f38c286" providerId="ADAL" clId="{5492FB36-8B22-58ED-A644-467DDF2ECE37}" dt="2026-06-25T05:48:16.605" v="2503" actId="255"/>
          <ac:spMkLst>
            <pc:docMk/>
            <pc:sldMk cId="2634960672" sldId="445"/>
            <ac:spMk id="22" creationId="{13EF67DF-DD30-3EDA-438E-CE25EFB84402}"/>
          </ac:spMkLst>
        </pc:spChg>
        <pc:spChg chg="mod">
          <ac:chgData name="Maria Chiara Nicolini" userId="14b5437a-7d0c-456c-aa59-ef146f38c286" providerId="ADAL" clId="{5492FB36-8B22-58ED-A644-467DDF2ECE37}" dt="2026-06-25T05:48:04.420" v="2501" actId="255"/>
          <ac:spMkLst>
            <pc:docMk/>
            <pc:sldMk cId="2634960672" sldId="445"/>
            <ac:spMk id="24" creationId="{E8450F87-147C-7F2D-6CB2-753D457A17B1}"/>
          </ac:spMkLst>
        </pc:spChg>
        <pc:spChg chg="mod">
          <ac:chgData name="Maria Chiara Nicolini" userId="14b5437a-7d0c-456c-aa59-ef146f38c286" providerId="ADAL" clId="{5492FB36-8B22-58ED-A644-467DDF2ECE37}" dt="2026-06-25T05:48:38.222" v="2509" actId="255"/>
          <ac:spMkLst>
            <pc:docMk/>
            <pc:sldMk cId="2634960672" sldId="445"/>
            <ac:spMk id="26" creationId="{6909DB1A-028C-BC55-FE8E-90209CDEB1FA}"/>
          </ac:spMkLst>
        </pc:spChg>
        <pc:spChg chg="mod">
          <ac:chgData name="Maria Chiara Nicolini" userId="14b5437a-7d0c-456c-aa59-ef146f38c286" providerId="ADAL" clId="{5492FB36-8B22-58ED-A644-467DDF2ECE37}" dt="2026-06-25T05:47:49.197" v="2499" actId="255"/>
          <ac:spMkLst>
            <pc:docMk/>
            <pc:sldMk cId="2634960672" sldId="445"/>
            <ac:spMk id="28" creationId="{6CCD02A1-3F38-212C-888A-B532CCED2A1E}"/>
          </ac:spMkLst>
        </pc:spChg>
        <pc:spChg chg="mod">
          <ac:chgData name="Maria Chiara Nicolini" userId="14b5437a-7d0c-456c-aa59-ef146f38c286" providerId="ADAL" clId="{5492FB36-8B22-58ED-A644-467DDF2ECE37}" dt="2026-06-25T05:48:23.269" v="2505" actId="403"/>
          <ac:spMkLst>
            <pc:docMk/>
            <pc:sldMk cId="2634960672" sldId="445"/>
            <ac:spMk id="40" creationId="{39F89AD4-7473-13BB-7981-9B047EA96F96}"/>
          </ac:spMkLst>
        </pc:spChg>
        <pc:spChg chg="mod">
          <ac:chgData name="Maria Chiara Nicolini" userId="14b5437a-7d0c-456c-aa59-ef146f38c286" providerId="ADAL" clId="{5492FB36-8B22-58ED-A644-467DDF2ECE37}" dt="2026-06-25T05:47:28.610" v="2496" actId="403"/>
          <ac:spMkLst>
            <pc:docMk/>
            <pc:sldMk cId="2634960672" sldId="445"/>
            <ac:spMk id="42" creationId="{87499CB9-C195-C213-CAEE-08A26B83A3AE}"/>
          </ac:spMkLst>
        </pc:spChg>
        <pc:spChg chg="mod">
          <ac:chgData name="Maria Chiara Nicolini" userId="14b5437a-7d0c-456c-aa59-ef146f38c286" providerId="ADAL" clId="{5492FB36-8B22-58ED-A644-467DDF2ECE37}" dt="2026-06-25T05:48:29.218" v="2507" actId="403"/>
          <ac:spMkLst>
            <pc:docMk/>
            <pc:sldMk cId="2634960672" sldId="445"/>
            <ac:spMk id="44" creationId="{C82FFCA7-BA93-A284-2647-391D0775FE3C}"/>
          </ac:spMkLst>
        </pc:spChg>
        <pc:graphicFrameChg chg="mod modGraphic">
          <ac:chgData name="Maria Chiara Nicolini" userId="14b5437a-7d0c-456c-aa59-ef146f38c286" providerId="ADAL" clId="{5492FB36-8B22-58ED-A644-467DDF2ECE37}" dt="2026-06-25T05:49:15.263" v="2510"/>
          <ac:graphicFrameMkLst>
            <pc:docMk/>
            <pc:sldMk cId="2634960672" sldId="445"/>
            <ac:graphicFrameMk id="46" creationId="{6F1A922C-512A-4576-90B5-1562EB74BB6E}"/>
          </ac:graphicFrameMkLst>
        </pc:graphicFrameChg>
      </pc:sldChg>
      <pc:sldChg chg="addSp delSp modSp add mod">
        <pc:chgData name="Maria Chiara Nicolini" userId="14b5437a-7d0c-456c-aa59-ef146f38c286" providerId="ADAL" clId="{5492FB36-8B22-58ED-A644-467DDF2ECE37}" dt="2026-06-16T15:05:10.118" v="850" actId="20577"/>
        <pc:sldMkLst>
          <pc:docMk/>
          <pc:sldMk cId="84171094" sldId="446"/>
        </pc:sldMkLst>
        <pc:spChg chg="add mod">
          <ac:chgData name="Maria Chiara Nicolini" userId="14b5437a-7d0c-456c-aa59-ef146f38c286" providerId="ADAL" clId="{5492FB36-8B22-58ED-A644-467DDF2ECE37}" dt="2026-06-15T14:07:58.311" v="595" actId="20577"/>
          <ac:spMkLst>
            <pc:docMk/>
            <pc:sldMk cId="84171094" sldId="446"/>
            <ac:spMk id="2" creationId="{105AAFE5-8889-48FB-65D4-2088DEDCA383}"/>
          </ac:spMkLst>
        </pc:spChg>
        <pc:spChg chg="mod">
          <ac:chgData name="Maria Chiara Nicolini" userId="14b5437a-7d0c-456c-aa59-ef146f38c286" providerId="ADAL" clId="{5492FB36-8B22-58ED-A644-467DDF2ECE37}" dt="2026-06-16T15:05:10.118" v="850" actId="20577"/>
          <ac:spMkLst>
            <pc:docMk/>
            <pc:sldMk cId="84171094" sldId="446"/>
            <ac:spMk id="16" creationId="{F29039CB-2CF7-4C41-AD97-53BF87D2C1F1}"/>
          </ac:spMkLst>
        </pc:spChg>
      </pc:sldChg>
      <pc:sldChg chg="addSp delSp modSp add mod">
        <pc:chgData name="Maria Chiara Nicolini" userId="14b5437a-7d0c-456c-aa59-ef146f38c286" providerId="ADAL" clId="{5492FB36-8B22-58ED-A644-467DDF2ECE37}" dt="2026-06-25T05:37:33.401" v="2243" actId="108"/>
        <pc:sldMkLst>
          <pc:docMk/>
          <pc:sldMk cId="3608122948" sldId="447"/>
        </pc:sldMkLst>
        <pc:spChg chg="add mod">
          <ac:chgData name="Maria Chiara Nicolini" userId="14b5437a-7d0c-456c-aa59-ef146f38c286" providerId="ADAL" clId="{5492FB36-8B22-58ED-A644-467DDF2ECE37}" dt="2026-06-25T05:32:52.311" v="2225" actId="2711"/>
          <ac:spMkLst>
            <pc:docMk/>
            <pc:sldMk cId="3608122948" sldId="447"/>
            <ac:spMk id="3" creationId="{B9BDE3F4-37C6-C793-6843-F633D26F9BEA}"/>
          </ac:spMkLst>
        </pc:spChg>
        <pc:spChg chg="add mod">
          <ac:chgData name="Maria Chiara Nicolini" userId="14b5437a-7d0c-456c-aa59-ef146f38c286" providerId="ADAL" clId="{5492FB36-8B22-58ED-A644-467DDF2ECE37}" dt="2026-06-25T05:32:52.311" v="2225" actId="2711"/>
          <ac:spMkLst>
            <pc:docMk/>
            <pc:sldMk cId="3608122948" sldId="447"/>
            <ac:spMk id="4" creationId="{76249BA1-7A16-EB36-07F1-41AA470370CD}"/>
          </ac:spMkLst>
        </pc:spChg>
        <pc:spChg chg="add del mod">
          <ac:chgData name="Maria Chiara Nicolini" userId="14b5437a-7d0c-456c-aa59-ef146f38c286" providerId="ADAL" clId="{5492FB36-8B22-58ED-A644-467DDF2ECE37}" dt="2026-06-25T05:32:52.311" v="2225" actId="2711"/>
          <ac:spMkLst>
            <pc:docMk/>
            <pc:sldMk cId="3608122948" sldId="447"/>
            <ac:spMk id="5" creationId="{31533F62-7D13-8FC5-8406-3404AD58DF90}"/>
          </ac:spMkLst>
        </pc:spChg>
        <pc:spChg chg="mod">
          <ac:chgData name="Maria Chiara Nicolini" userId="14b5437a-7d0c-456c-aa59-ef146f38c286" providerId="ADAL" clId="{5492FB36-8B22-58ED-A644-467DDF2ECE37}" dt="2026-06-25T05:37:33.401" v="2243" actId="108"/>
          <ac:spMkLst>
            <pc:docMk/>
            <pc:sldMk cId="3608122948" sldId="447"/>
            <ac:spMk id="6" creationId="{272F9FDF-A973-7197-4729-5C6BF13D6169}"/>
          </ac:spMkLst>
        </pc:spChg>
        <pc:spChg chg="add del mod">
          <ac:chgData name="Maria Chiara Nicolini" userId="14b5437a-7d0c-456c-aa59-ef146f38c286" providerId="ADAL" clId="{5492FB36-8B22-58ED-A644-467DDF2ECE37}" dt="2026-06-25T05:32:52.311" v="2225" actId="2711"/>
          <ac:spMkLst>
            <pc:docMk/>
            <pc:sldMk cId="3608122948" sldId="447"/>
            <ac:spMk id="7" creationId="{F307066E-4B23-E01B-4EC5-8AEA483FD8BF}"/>
          </ac:spMkLst>
        </pc:spChg>
        <pc:spChg chg="add del mod">
          <ac:chgData name="Maria Chiara Nicolini" userId="14b5437a-7d0c-456c-aa59-ef146f38c286" providerId="ADAL" clId="{5492FB36-8B22-58ED-A644-467DDF2ECE37}" dt="2026-06-25T05:32:52.311" v="2225" actId="2711"/>
          <ac:spMkLst>
            <pc:docMk/>
            <pc:sldMk cId="3608122948" sldId="447"/>
            <ac:spMk id="8" creationId="{2939E06A-1EA8-2005-83C1-10FA1EB43B79}"/>
          </ac:spMkLst>
        </pc:spChg>
        <pc:spChg chg="add mod">
          <ac:chgData name="Maria Chiara Nicolini" userId="14b5437a-7d0c-456c-aa59-ef146f38c286" providerId="ADAL" clId="{5492FB36-8B22-58ED-A644-467DDF2ECE37}" dt="2026-06-25T05:32:52.311" v="2225" actId="2711"/>
          <ac:spMkLst>
            <pc:docMk/>
            <pc:sldMk cId="3608122948" sldId="447"/>
            <ac:spMk id="9" creationId="{8FD15120-BB67-9F82-EDBC-00687320745B}"/>
          </ac:spMkLst>
        </pc:spChg>
        <pc:spChg chg="add mod">
          <ac:chgData name="Maria Chiara Nicolini" userId="14b5437a-7d0c-456c-aa59-ef146f38c286" providerId="ADAL" clId="{5492FB36-8B22-58ED-A644-467DDF2ECE37}" dt="2026-06-16T14:08:57.153" v="629"/>
          <ac:spMkLst>
            <pc:docMk/>
            <pc:sldMk cId="3608122948" sldId="447"/>
            <ac:spMk id="10" creationId="{7379D2A7-F2C6-6A67-20F1-EB135EAC3D52}"/>
          </ac:spMkLst>
        </pc:spChg>
        <pc:spChg chg="add del mod">
          <ac:chgData name="Maria Chiara Nicolini" userId="14b5437a-7d0c-456c-aa59-ef146f38c286" providerId="ADAL" clId="{5492FB36-8B22-58ED-A644-467DDF2ECE37}" dt="2026-06-25T05:32:52.311" v="2225" actId="2711"/>
          <ac:spMkLst>
            <pc:docMk/>
            <pc:sldMk cId="3608122948" sldId="447"/>
            <ac:spMk id="11" creationId="{C1FDEBE6-E907-7F9B-F04E-AB5958868CA9}"/>
          </ac:spMkLst>
        </pc:spChg>
        <pc:spChg chg="add mod">
          <ac:chgData name="Maria Chiara Nicolini" userId="14b5437a-7d0c-456c-aa59-ef146f38c286" providerId="ADAL" clId="{5492FB36-8B22-58ED-A644-467DDF2ECE37}" dt="2026-06-25T05:32:52.311" v="2225" actId="2711"/>
          <ac:spMkLst>
            <pc:docMk/>
            <pc:sldMk cId="3608122948" sldId="447"/>
            <ac:spMk id="12" creationId="{1DAC8C18-E2B2-A26C-5710-7F53EC244219}"/>
          </ac:spMkLst>
        </pc:spChg>
        <pc:spChg chg="add del mod">
          <ac:chgData name="Maria Chiara Nicolini" userId="14b5437a-7d0c-456c-aa59-ef146f38c286" providerId="ADAL" clId="{5492FB36-8B22-58ED-A644-467DDF2ECE37}" dt="2026-06-25T05:32:52.311" v="2225" actId="2711"/>
          <ac:spMkLst>
            <pc:docMk/>
            <pc:sldMk cId="3608122948" sldId="447"/>
            <ac:spMk id="13" creationId="{09B4FAD8-583D-106A-49DB-440352C99445}"/>
          </ac:spMkLst>
        </pc:spChg>
      </pc:sldChg>
      <pc:sldChg chg="addSp delSp modSp add mod">
        <pc:chgData name="Maria Chiara Nicolini" userId="14b5437a-7d0c-456c-aa59-ef146f38c286" providerId="ADAL" clId="{5492FB36-8B22-58ED-A644-467DDF2ECE37}" dt="2026-06-25T05:37:37.657" v="2244" actId="108"/>
        <pc:sldMkLst>
          <pc:docMk/>
          <pc:sldMk cId="3351628198" sldId="448"/>
        </pc:sldMkLst>
        <pc:spChg chg="mod">
          <ac:chgData name="Maria Chiara Nicolini" userId="14b5437a-7d0c-456c-aa59-ef146f38c286" providerId="ADAL" clId="{5492FB36-8B22-58ED-A644-467DDF2ECE37}" dt="2026-06-25T05:33:13.324" v="2227" actId="20577"/>
          <ac:spMkLst>
            <pc:docMk/>
            <pc:sldMk cId="3351628198" sldId="448"/>
            <ac:spMk id="3" creationId="{395AB78A-2C70-A936-F9DE-AF3DD273F66D}"/>
          </ac:spMkLst>
        </pc:spChg>
        <pc:spChg chg="mod">
          <ac:chgData name="Maria Chiara Nicolini" userId="14b5437a-7d0c-456c-aa59-ef146f38c286" providerId="ADAL" clId="{5492FB36-8B22-58ED-A644-467DDF2ECE37}" dt="2026-06-25T05:37:37.657" v="2244" actId="108"/>
          <ac:spMkLst>
            <pc:docMk/>
            <pc:sldMk cId="3351628198" sldId="448"/>
            <ac:spMk id="6" creationId="{24CF892E-C387-B2C1-0B33-CF66197E060C}"/>
          </ac:spMkLst>
        </pc:spChg>
        <pc:spChg chg="mod">
          <ac:chgData name="Maria Chiara Nicolini" userId="14b5437a-7d0c-456c-aa59-ef146f38c286" providerId="ADAL" clId="{5492FB36-8B22-58ED-A644-467DDF2ECE37}" dt="2026-06-25T05:33:24.500" v="2228" actId="2711"/>
          <ac:spMkLst>
            <pc:docMk/>
            <pc:sldMk cId="3351628198" sldId="448"/>
            <ac:spMk id="9" creationId="{79942872-795F-B1A8-93E2-F284EE32EBA0}"/>
          </ac:spMkLst>
        </pc:spChg>
        <pc:spChg chg="mod">
          <ac:chgData name="Maria Chiara Nicolini" userId="14b5437a-7d0c-456c-aa59-ef146f38c286" providerId="ADAL" clId="{5492FB36-8B22-58ED-A644-467DDF2ECE37}" dt="2026-06-25T05:33:24.500" v="2228" actId="2711"/>
          <ac:spMkLst>
            <pc:docMk/>
            <pc:sldMk cId="3351628198" sldId="448"/>
            <ac:spMk id="10" creationId="{B1357F0B-0CCA-EED1-2B1A-75D83C28267D}"/>
          </ac:spMkLst>
        </pc:spChg>
        <pc:spChg chg="mod">
          <ac:chgData name="Maria Chiara Nicolini" userId="14b5437a-7d0c-456c-aa59-ef146f38c286" providerId="ADAL" clId="{5492FB36-8B22-58ED-A644-467DDF2ECE37}" dt="2026-06-16T14:44:00.021" v="688" actId="1076"/>
          <ac:spMkLst>
            <pc:docMk/>
            <pc:sldMk cId="3351628198" sldId="448"/>
            <ac:spMk id="12" creationId="{4E01A6E9-78A7-6832-1350-E5F8075D2E37}"/>
          </ac:spMkLst>
        </pc:spChg>
        <pc:spChg chg="add mod">
          <ac:chgData name="Maria Chiara Nicolini" userId="14b5437a-7d0c-456c-aa59-ef146f38c286" providerId="ADAL" clId="{5492FB36-8B22-58ED-A644-467DDF2ECE37}" dt="2026-06-25T05:33:24.500" v="2228" actId="2711"/>
          <ac:spMkLst>
            <pc:docMk/>
            <pc:sldMk cId="3351628198" sldId="448"/>
            <ac:spMk id="15" creationId="{5C34E772-B4BF-37C1-0323-C989C3CCD06B}"/>
          </ac:spMkLst>
        </pc:spChg>
        <pc:spChg chg="add mod">
          <ac:chgData name="Maria Chiara Nicolini" userId="14b5437a-7d0c-456c-aa59-ef146f38c286" providerId="ADAL" clId="{5492FB36-8B22-58ED-A644-467DDF2ECE37}" dt="2026-06-25T05:33:24.500" v="2228" actId="2711"/>
          <ac:spMkLst>
            <pc:docMk/>
            <pc:sldMk cId="3351628198" sldId="448"/>
            <ac:spMk id="16" creationId="{A96CF835-5D90-4A77-1BD8-0E7FAE49E9AF}"/>
          </ac:spMkLst>
        </pc:spChg>
        <pc:spChg chg="add mod">
          <ac:chgData name="Maria Chiara Nicolini" userId="14b5437a-7d0c-456c-aa59-ef146f38c286" providerId="ADAL" clId="{5492FB36-8B22-58ED-A644-467DDF2ECE37}" dt="2026-06-16T14:43:48.736" v="685" actId="1076"/>
          <ac:spMkLst>
            <pc:docMk/>
            <pc:sldMk cId="3351628198" sldId="448"/>
            <ac:spMk id="17" creationId="{5FF0DC5E-4AA4-32E3-2297-497B71CCDB50}"/>
          </ac:spMkLst>
        </pc:spChg>
        <pc:spChg chg="add mod">
          <ac:chgData name="Maria Chiara Nicolini" userId="14b5437a-7d0c-456c-aa59-ef146f38c286" providerId="ADAL" clId="{5492FB36-8B22-58ED-A644-467DDF2ECE37}" dt="2026-06-25T05:33:24.500" v="2228" actId="2711"/>
          <ac:spMkLst>
            <pc:docMk/>
            <pc:sldMk cId="3351628198" sldId="448"/>
            <ac:spMk id="18" creationId="{2C900630-AB86-A361-7211-12FF463954AC}"/>
          </ac:spMkLst>
        </pc:spChg>
        <pc:spChg chg="add mod">
          <ac:chgData name="Maria Chiara Nicolini" userId="14b5437a-7d0c-456c-aa59-ef146f38c286" providerId="ADAL" clId="{5492FB36-8B22-58ED-A644-467DDF2ECE37}" dt="2026-06-25T05:33:24.500" v="2228" actId="2711"/>
          <ac:spMkLst>
            <pc:docMk/>
            <pc:sldMk cId="3351628198" sldId="448"/>
            <ac:spMk id="19" creationId="{112A4EA8-CC95-B0FA-C242-5DCECA5C62CF}"/>
          </ac:spMkLst>
        </pc:spChg>
        <pc:spChg chg="mod">
          <ac:chgData name="Maria Chiara Nicolini" userId="14b5437a-7d0c-456c-aa59-ef146f38c286" providerId="ADAL" clId="{5492FB36-8B22-58ED-A644-467DDF2ECE37}" dt="2026-06-25T05:33:24.500" v="2228" actId="2711"/>
          <ac:spMkLst>
            <pc:docMk/>
            <pc:sldMk cId="3351628198" sldId="448"/>
            <ac:spMk id="20" creationId="{1553E3DB-9E20-28D5-923D-FFFBB44D39F3}"/>
          </ac:spMkLst>
        </pc:spChg>
        <pc:spChg chg="add mod">
          <ac:chgData name="Maria Chiara Nicolini" userId="14b5437a-7d0c-456c-aa59-ef146f38c286" providerId="ADAL" clId="{5492FB36-8B22-58ED-A644-467DDF2ECE37}" dt="2026-06-25T05:33:24.500" v="2228" actId="2711"/>
          <ac:spMkLst>
            <pc:docMk/>
            <pc:sldMk cId="3351628198" sldId="448"/>
            <ac:spMk id="21" creationId="{BB9DAC78-3159-6146-C2BE-4DCC2997F948}"/>
          </ac:spMkLst>
        </pc:spChg>
        <pc:spChg chg="mod">
          <ac:chgData name="Maria Chiara Nicolini" userId="14b5437a-7d0c-456c-aa59-ef146f38c286" providerId="ADAL" clId="{5492FB36-8B22-58ED-A644-467DDF2ECE37}" dt="2026-06-25T05:33:24.500" v="2228" actId="2711"/>
          <ac:spMkLst>
            <pc:docMk/>
            <pc:sldMk cId="3351628198" sldId="448"/>
            <ac:spMk id="22" creationId="{F4C9A03C-74B0-5EC9-5789-AE9F63AEADD6}"/>
          </ac:spMkLst>
        </pc:spChg>
        <pc:spChg chg="add mod">
          <ac:chgData name="Maria Chiara Nicolini" userId="14b5437a-7d0c-456c-aa59-ef146f38c286" providerId="ADAL" clId="{5492FB36-8B22-58ED-A644-467DDF2ECE37}" dt="2026-06-16T14:43:48.736" v="685" actId="1076"/>
          <ac:spMkLst>
            <pc:docMk/>
            <pc:sldMk cId="3351628198" sldId="448"/>
            <ac:spMk id="23" creationId="{87162106-9353-C8AD-EF91-C46BE759F8F0}"/>
          </ac:spMkLst>
        </pc:spChg>
        <pc:spChg chg="add mod">
          <ac:chgData name="Maria Chiara Nicolini" userId="14b5437a-7d0c-456c-aa59-ef146f38c286" providerId="ADAL" clId="{5492FB36-8B22-58ED-A644-467DDF2ECE37}" dt="2026-06-16T14:43:48.736" v="685" actId="1076"/>
          <ac:spMkLst>
            <pc:docMk/>
            <pc:sldMk cId="3351628198" sldId="448"/>
            <ac:spMk id="24" creationId="{49FD58E7-C361-DB45-620D-173D63CD5E80}"/>
          </ac:spMkLst>
        </pc:spChg>
        <pc:spChg chg="add mod">
          <ac:chgData name="Maria Chiara Nicolini" userId="14b5437a-7d0c-456c-aa59-ef146f38c286" providerId="ADAL" clId="{5492FB36-8B22-58ED-A644-467DDF2ECE37}" dt="2026-06-16T14:43:48.736" v="685" actId="1076"/>
          <ac:spMkLst>
            <pc:docMk/>
            <pc:sldMk cId="3351628198" sldId="448"/>
            <ac:spMk id="25" creationId="{ED8E77B2-C451-79E0-28BE-0415D9E239B4}"/>
          </ac:spMkLst>
        </pc:spChg>
        <pc:spChg chg="add mod">
          <ac:chgData name="Maria Chiara Nicolini" userId="14b5437a-7d0c-456c-aa59-ef146f38c286" providerId="ADAL" clId="{5492FB36-8B22-58ED-A644-467DDF2ECE37}" dt="2026-06-25T05:33:24.500" v="2228" actId="2711"/>
          <ac:spMkLst>
            <pc:docMk/>
            <pc:sldMk cId="3351628198" sldId="448"/>
            <ac:spMk id="26" creationId="{755FE81E-F44A-BF27-4C55-53C6936BC3CA}"/>
          </ac:spMkLst>
        </pc:spChg>
        <pc:spChg chg="add mod">
          <ac:chgData name="Maria Chiara Nicolini" userId="14b5437a-7d0c-456c-aa59-ef146f38c286" providerId="ADAL" clId="{5492FB36-8B22-58ED-A644-467DDF2ECE37}" dt="2026-06-16T14:43:55.867" v="687" actId="1076"/>
          <ac:spMkLst>
            <pc:docMk/>
            <pc:sldMk cId="3351628198" sldId="448"/>
            <ac:spMk id="27" creationId="{57030B3D-088F-CE39-EE43-0B491F551C9A}"/>
          </ac:spMkLst>
        </pc:spChg>
        <pc:spChg chg="add mod">
          <ac:chgData name="Maria Chiara Nicolini" userId="14b5437a-7d0c-456c-aa59-ef146f38c286" providerId="ADAL" clId="{5492FB36-8B22-58ED-A644-467DDF2ECE37}" dt="2026-06-16T14:43:48.736" v="685" actId="1076"/>
          <ac:spMkLst>
            <pc:docMk/>
            <pc:sldMk cId="3351628198" sldId="448"/>
            <ac:spMk id="28" creationId="{E7B96E44-3CAD-CE46-8F04-4BE522A31BE6}"/>
          </ac:spMkLst>
        </pc:spChg>
      </pc:sldChg>
      <pc:sldChg chg="addSp delSp modSp add mod">
        <pc:chgData name="Maria Chiara Nicolini" userId="14b5437a-7d0c-456c-aa59-ef146f38c286" providerId="ADAL" clId="{5492FB36-8B22-58ED-A644-467DDF2ECE37}" dt="2026-06-25T05:37:42.470" v="2245" actId="108"/>
        <pc:sldMkLst>
          <pc:docMk/>
          <pc:sldMk cId="2862318081" sldId="449"/>
        </pc:sldMkLst>
        <pc:spChg chg="add mod">
          <ac:chgData name="Maria Chiara Nicolini" userId="14b5437a-7d0c-456c-aa59-ef146f38c286" providerId="ADAL" clId="{5492FB36-8B22-58ED-A644-467DDF2ECE37}" dt="2026-06-16T15:01:27.235" v="746" actId="1076"/>
          <ac:spMkLst>
            <pc:docMk/>
            <pc:sldMk cId="2862318081" sldId="449"/>
            <ac:spMk id="5" creationId="{1F593B67-B522-AB16-55D7-B5A997243E2B}"/>
          </ac:spMkLst>
        </pc:spChg>
        <pc:spChg chg="mod">
          <ac:chgData name="Maria Chiara Nicolini" userId="14b5437a-7d0c-456c-aa59-ef146f38c286" providerId="ADAL" clId="{5492FB36-8B22-58ED-A644-467DDF2ECE37}" dt="2026-06-25T05:37:42.470" v="2245" actId="108"/>
          <ac:spMkLst>
            <pc:docMk/>
            <pc:sldMk cId="2862318081" sldId="449"/>
            <ac:spMk id="6" creationId="{69ABEA1C-E5EF-5007-5905-4D2BAE6AD6C9}"/>
          </ac:spMkLst>
        </pc:spChg>
        <pc:spChg chg="add mod">
          <ac:chgData name="Maria Chiara Nicolini" userId="14b5437a-7d0c-456c-aa59-ef146f38c286" providerId="ADAL" clId="{5492FB36-8B22-58ED-A644-467DDF2ECE37}" dt="2026-06-25T05:33:32.593" v="2229" actId="2711"/>
          <ac:spMkLst>
            <pc:docMk/>
            <pc:sldMk cId="2862318081" sldId="449"/>
            <ac:spMk id="7" creationId="{EE5B4701-8DE8-BE44-61D9-D9E24E72B566}"/>
          </ac:spMkLst>
        </pc:spChg>
        <pc:spChg chg="mod">
          <ac:chgData name="Maria Chiara Nicolini" userId="14b5437a-7d0c-456c-aa59-ef146f38c286" providerId="ADAL" clId="{5492FB36-8B22-58ED-A644-467DDF2ECE37}" dt="2026-06-25T05:33:32.593" v="2229" actId="2711"/>
          <ac:spMkLst>
            <pc:docMk/>
            <pc:sldMk cId="2862318081" sldId="449"/>
            <ac:spMk id="9" creationId="{DB172E16-1C12-44AD-EE8C-1119BDEF8F89}"/>
          </ac:spMkLst>
        </pc:spChg>
        <pc:spChg chg="add mod">
          <ac:chgData name="Maria Chiara Nicolini" userId="14b5437a-7d0c-456c-aa59-ef146f38c286" providerId="ADAL" clId="{5492FB36-8B22-58ED-A644-467DDF2ECE37}" dt="2026-06-16T15:00:42.185" v="732" actId="1076"/>
          <ac:spMkLst>
            <pc:docMk/>
            <pc:sldMk cId="2862318081" sldId="449"/>
            <ac:spMk id="11" creationId="{1A54B66F-3940-0E57-4126-C4F34D990784}"/>
          </ac:spMkLst>
        </pc:spChg>
        <pc:spChg chg="add mod">
          <ac:chgData name="Maria Chiara Nicolini" userId="14b5437a-7d0c-456c-aa59-ef146f38c286" providerId="ADAL" clId="{5492FB36-8B22-58ED-A644-467DDF2ECE37}" dt="2026-06-16T15:00:42.185" v="732" actId="1076"/>
          <ac:spMkLst>
            <pc:docMk/>
            <pc:sldMk cId="2862318081" sldId="449"/>
            <ac:spMk id="13" creationId="{00CC63D6-1260-0F29-21EF-1C07B15D2760}"/>
          </ac:spMkLst>
        </pc:spChg>
        <pc:spChg chg="add mod">
          <ac:chgData name="Maria Chiara Nicolini" userId="14b5437a-7d0c-456c-aa59-ef146f38c286" providerId="ADAL" clId="{5492FB36-8B22-58ED-A644-467DDF2ECE37}" dt="2026-06-25T05:33:32.593" v="2229" actId="2711"/>
          <ac:spMkLst>
            <pc:docMk/>
            <pc:sldMk cId="2862318081" sldId="449"/>
            <ac:spMk id="14" creationId="{70D84AC8-05D3-31FB-9DDE-BB4DF29E4E2F}"/>
          </ac:spMkLst>
        </pc:spChg>
        <pc:spChg chg="mod">
          <ac:chgData name="Maria Chiara Nicolini" userId="14b5437a-7d0c-456c-aa59-ef146f38c286" providerId="ADAL" clId="{5492FB36-8B22-58ED-A644-467DDF2ECE37}" dt="2026-06-25T05:33:32.593" v="2229" actId="2711"/>
          <ac:spMkLst>
            <pc:docMk/>
            <pc:sldMk cId="2862318081" sldId="449"/>
            <ac:spMk id="15" creationId="{49BE26EC-206D-C056-722B-85D8CD971293}"/>
          </ac:spMkLst>
        </pc:spChg>
        <pc:spChg chg="add mod">
          <ac:chgData name="Maria Chiara Nicolini" userId="14b5437a-7d0c-456c-aa59-ef146f38c286" providerId="ADAL" clId="{5492FB36-8B22-58ED-A644-467DDF2ECE37}" dt="2026-06-25T05:33:32.593" v="2229" actId="2711"/>
          <ac:spMkLst>
            <pc:docMk/>
            <pc:sldMk cId="2862318081" sldId="449"/>
            <ac:spMk id="29" creationId="{7297973B-E919-1468-CAE4-607A843BB4DA}"/>
          </ac:spMkLst>
        </pc:spChg>
        <pc:spChg chg="add mod">
          <ac:chgData name="Maria Chiara Nicolini" userId="14b5437a-7d0c-456c-aa59-ef146f38c286" providerId="ADAL" clId="{5492FB36-8B22-58ED-A644-467DDF2ECE37}" dt="2026-06-16T15:00:42.185" v="732" actId="1076"/>
          <ac:spMkLst>
            <pc:docMk/>
            <pc:sldMk cId="2862318081" sldId="449"/>
            <ac:spMk id="30" creationId="{0C9A81EF-4D26-0470-B902-7774B5606A8A}"/>
          </ac:spMkLst>
        </pc:spChg>
        <pc:spChg chg="add mod">
          <ac:chgData name="Maria Chiara Nicolini" userId="14b5437a-7d0c-456c-aa59-ef146f38c286" providerId="ADAL" clId="{5492FB36-8B22-58ED-A644-467DDF2ECE37}" dt="2026-06-25T05:33:32.593" v="2229" actId="2711"/>
          <ac:spMkLst>
            <pc:docMk/>
            <pc:sldMk cId="2862318081" sldId="449"/>
            <ac:spMk id="31" creationId="{CF3D516E-6CB7-D2E5-276D-6B60C6D3B279}"/>
          </ac:spMkLst>
        </pc:spChg>
        <pc:spChg chg="add mod">
          <ac:chgData name="Maria Chiara Nicolini" userId="14b5437a-7d0c-456c-aa59-ef146f38c286" providerId="ADAL" clId="{5492FB36-8B22-58ED-A644-467DDF2ECE37}" dt="2026-06-25T05:33:32.593" v="2229" actId="2711"/>
          <ac:spMkLst>
            <pc:docMk/>
            <pc:sldMk cId="2862318081" sldId="449"/>
            <ac:spMk id="32" creationId="{50FDE32A-3F16-1F9B-8BC4-542B6415464D}"/>
          </ac:spMkLst>
        </pc:spChg>
        <pc:spChg chg="add mod">
          <ac:chgData name="Maria Chiara Nicolini" userId="14b5437a-7d0c-456c-aa59-ef146f38c286" providerId="ADAL" clId="{5492FB36-8B22-58ED-A644-467DDF2ECE37}" dt="2026-06-25T05:33:32.593" v="2229" actId="2711"/>
          <ac:spMkLst>
            <pc:docMk/>
            <pc:sldMk cId="2862318081" sldId="449"/>
            <ac:spMk id="33" creationId="{18325FD9-AB4C-DD3B-1CF6-D63958CE2DAF}"/>
          </ac:spMkLst>
        </pc:spChg>
        <pc:spChg chg="add mod">
          <ac:chgData name="Maria Chiara Nicolini" userId="14b5437a-7d0c-456c-aa59-ef146f38c286" providerId="ADAL" clId="{5492FB36-8B22-58ED-A644-467DDF2ECE37}" dt="2026-06-25T05:33:32.593" v="2229" actId="2711"/>
          <ac:spMkLst>
            <pc:docMk/>
            <pc:sldMk cId="2862318081" sldId="449"/>
            <ac:spMk id="34" creationId="{9A2CD4AD-25DE-96E3-80AB-E0C35892F578}"/>
          </ac:spMkLst>
        </pc:spChg>
      </pc:sldChg>
      <pc:sldChg chg="addSp delSp modSp add mod">
        <pc:chgData name="Maria Chiara Nicolini" userId="14b5437a-7d0c-456c-aa59-ef146f38c286" providerId="ADAL" clId="{5492FB36-8B22-58ED-A644-467DDF2ECE37}" dt="2026-06-25T05:37:46.484" v="2246" actId="108"/>
        <pc:sldMkLst>
          <pc:docMk/>
          <pc:sldMk cId="442731876" sldId="450"/>
        </pc:sldMkLst>
        <pc:spChg chg="add mod">
          <ac:chgData name="Maria Chiara Nicolini" userId="14b5437a-7d0c-456c-aa59-ef146f38c286" providerId="ADAL" clId="{5492FB36-8B22-58ED-A644-467DDF2ECE37}" dt="2026-06-25T05:33:43.429" v="2230" actId="2711"/>
          <ac:spMkLst>
            <pc:docMk/>
            <pc:sldMk cId="442731876" sldId="450"/>
            <ac:spMk id="3" creationId="{4CC5CD96-A6E5-838B-39DB-5E597BF1477A}"/>
          </ac:spMkLst>
        </pc:spChg>
        <pc:spChg chg="mod">
          <ac:chgData name="Maria Chiara Nicolini" userId="14b5437a-7d0c-456c-aa59-ef146f38c286" providerId="ADAL" clId="{5492FB36-8B22-58ED-A644-467DDF2ECE37}" dt="2026-06-16T15:03:04.130" v="751" actId="1076"/>
          <ac:spMkLst>
            <pc:docMk/>
            <pc:sldMk cId="442731876" sldId="450"/>
            <ac:spMk id="5" creationId="{F3F7BDB4-ADBC-3161-0E73-46877E984B4C}"/>
          </ac:spMkLst>
        </pc:spChg>
        <pc:spChg chg="mod">
          <ac:chgData name="Maria Chiara Nicolini" userId="14b5437a-7d0c-456c-aa59-ef146f38c286" providerId="ADAL" clId="{5492FB36-8B22-58ED-A644-467DDF2ECE37}" dt="2026-06-25T05:37:46.484" v="2246" actId="108"/>
          <ac:spMkLst>
            <pc:docMk/>
            <pc:sldMk cId="442731876" sldId="450"/>
            <ac:spMk id="6" creationId="{1663D710-E423-DAA1-5A92-8DA8A2A95255}"/>
          </ac:spMkLst>
        </pc:spChg>
        <pc:spChg chg="mod">
          <ac:chgData name="Maria Chiara Nicolini" userId="14b5437a-7d0c-456c-aa59-ef146f38c286" providerId="ADAL" clId="{5492FB36-8B22-58ED-A644-467DDF2ECE37}" dt="2026-06-16T15:03:07.422" v="755" actId="20577"/>
          <ac:spMkLst>
            <pc:docMk/>
            <pc:sldMk cId="442731876" sldId="450"/>
            <ac:spMk id="7" creationId="{577523AD-5F4B-2509-5847-485A9EEF3C4F}"/>
          </ac:spMkLst>
        </pc:spChg>
        <pc:spChg chg="mod">
          <ac:chgData name="Maria Chiara Nicolini" userId="14b5437a-7d0c-456c-aa59-ef146f38c286" providerId="ADAL" clId="{5492FB36-8B22-58ED-A644-467DDF2ECE37}" dt="2026-06-16T15:03:04.130" v="751" actId="1076"/>
          <ac:spMkLst>
            <pc:docMk/>
            <pc:sldMk cId="442731876" sldId="450"/>
            <ac:spMk id="9" creationId="{E0A0F240-7CE9-E1A2-3A37-45DB277D6D90}"/>
          </ac:spMkLst>
        </pc:spChg>
        <pc:spChg chg="add mod">
          <ac:chgData name="Maria Chiara Nicolini" userId="14b5437a-7d0c-456c-aa59-ef146f38c286" providerId="ADAL" clId="{5492FB36-8B22-58ED-A644-467DDF2ECE37}" dt="2026-06-25T05:33:43.429" v="2230" actId="2711"/>
          <ac:spMkLst>
            <pc:docMk/>
            <pc:sldMk cId="442731876" sldId="450"/>
            <ac:spMk id="10" creationId="{FE95F0DF-B3BA-02C9-CE86-C2262A47D1B6}"/>
          </ac:spMkLst>
        </pc:spChg>
        <pc:spChg chg="mod">
          <ac:chgData name="Maria Chiara Nicolini" userId="14b5437a-7d0c-456c-aa59-ef146f38c286" providerId="ADAL" clId="{5492FB36-8B22-58ED-A644-467DDF2ECE37}" dt="2026-06-25T05:33:43.429" v="2230" actId="2711"/>
          <ac:spMkLst>
            <pc:docMk/>
            <pc:sldMk cId="442731876" sldId="450"/>
            <ac:spMk id="15" creationId="{3172DDA3-3EE9-D827-2D03-953CF3579ED9}"/>
          </ac:spMkLst>
        </pc:spChg>
        <pc:spChg chg="mod">
          <ac:chgData name="Maria Chiara Nicolini" userId="14b5437a-7d0c-456c-aa59-ef146f38c286" providerId="ADAL" clId="{5492FB36-8B22-58ED-A644-467DDF2ECE37}" dt="2026-06-25T05:33:43.429" v="2230" actId="2711"/>
          <ac:spMkLst>
            <pc:docMk/>
            <pc:sldMk cId="442731876" sldId="450"/>
            <ac:spMk id="16" creationId="{07C75DB6-79D7-07C0-3E55-AE8432689C88}"/>
          </ac:spMkLst>
        </pc:spChg>
        <pc:spChg chg="add mod">
          <ac:chgData name="Maria Chiara Nicolini" userId="14b5437a-7d0c-456c-aa59-ef146f38c286" providerId="ADAL" clId="{5492FB36-8B22-58ED-A644-467DDF2ECE37}" dt="2026-06-25T05:33:43.429" v="2230" actId="2711"/>
          <ac:spMkLst>
            <pc:docMk/>
            <pc:sldMk cId="442731876" sldId="450"/>
            <ac:spMk id="17" creationId="{92D0E655-7F42-D2E5-E23B-8284D32055F2}"/>
          </ac:spMkLst>
        </pc:spChg>
        <pc:spChg chg="add mod">
          <ac:chgData name="Maria Chiara Nicolini" userId="14b5437a-7d0c-456c-aa59-ef146f38c286" providerId="ADAL" clId="{5492FB36-8B22-58ED-A644-467DDF2ECE37}" dt="2026-06-25T05:33:43.429" v="2230" actId="2711"/>
          <ac:spMkLst>
            <pc:docMk/>
            <pc:sldMk cId="442731876" sldId="450"/>
            <ac:spMk id="18" creationId="{591BB636-41C7-20E7-7C3F-1B4B1056B59A}"/>
          </ac:spMkLst>
        </pc:spChg>
        <pc:spChg chg="add mod">
          <ac:chgData name="Maria Chiara Nicolini" userId="14b5437a-7d0c-456c-aa59-ef146f38c286" providerId="ADAL" clId="{5492FB36-8B22-58ED-A644-467DDF2ECE37}" dt="2026-06-16T15:02:47.849" v="750" actId="1076"/>
          <ac:spMkLst>
            <pc:docMk/>
            <pc:sldMk cId="442731876" sldId="450"/>
            <ac:spMk id="19" creationId="{5EF03AD8-AD37-38BC-38AB-05FA66D31933}"/>
          </ac:spMkLst>
        </pc:spChg>
        <pc:spChg chg="add mod">
          <ac:chgData name="Maria Chiara Nicolini" userId="14b5437a-7d0c-456c-aa59-ef146f38c286" providerId="ADAL" clId="{5492FB36-8B22-58ED-A644-467DDF2ECE37}" dt="2026-06-25T05:33:43.429" v="2230" actId="2711"/>
          <ac:spMkLst>
            <pc:docMk/>
            <pc:sldMk cId="442731876" sldId="450"/>
            <ac:spMk id="20" creationId="{8D44C133-CB60-F91B-C9F4-55FE4538335E}"/>
          </ac:spMkLst>
        </pc:spChg>
        <pc:spChg chg="add mod">
          <ac:chgData name="Maria Chiara Nicolini" userId="14b5437a-7d0c-456c-aa59-ef146f38c286" providerId="ADAL" clId="{5492FB36-8B22-58ED-A644-467DDF2ECE37}" dt="2026-06-25T05:33:43.429" v="2230" actId="2711"/>
          <ac:spMkLst>
            <pc:docMk/>
            <pc:sldMk cId="442731876" sldId="450"/>
            <ac:spMk id="21" creationId="{894FAC35-A98D-9F7D-4CFE-6F0C507CD8A7}"/>
          </ac:spMkLst>
        </pc:spChg>
        <pc:spChg chg="add mod">
          <ac:chgData name="Maria Chiara Nicolini" userId="14b5437a-7d0c-456c-aa59-ef146f38c286" providerId="ADAL" clId="{5492FB36-8B22-58ED-A644-467DDF2ECE37}" dt="2026-06-16T15:02:47.849" v="750" actId="1076"/>
          <ac:spMkLst>
            <pc:docMk/>
            <pc:sldMk cId="442731876" sldId="450"/>
            <ac:spMk id="22" creationId="{E2D8A36C-5285-9CC5-B68D-73948618C450}"/>
          </ac:spMkLst>
        </pc:spChg>
        <pc:spChg chg="mod">
          <ac:chgData name="Maria Chiara Nicolini" userId="14b5437a-7d0c-456c-aa59-ef146f38c286" providerId="ADAL" clId="{5492FB36-8B22-58ED-A644-467DDF2ECE37}" dt="2026-06-25T05:33:43.429" v="2230" actId="2711"/>
          <ac:spMkLst>
            <pc:docMk/>
            <pc:sldMk cId="442731876" sldId="450"/>
            <ac:spMk id="23" creationId="{A4F200E5-5F67-87C2-896B-E73E08EF5BBA}"/>
          </ac:spMkLst>
        </pc:spChg>
        <pc:spChg chg="add mod">
          <ac:chgData name="Maria Chiara Nicolini" userId="14b5437a-7d0c-456c-aa59-ef146f38c286" providerId="ADAL" clId="{5492FB36-8B22-58ED-A644-467DDF2ECE37}" dt="2026-06-25T05:33:43.429" v="2230" actId="2711"/>
          <ac:spMkLst>
            <pc:docMk/>
            <pc:sldMk cId="442731876" sldId="450"/>
            <ac:spMk id="24" creationId="{C54FB693-4441-D9F4-78B5-5200BBD1F702}"/>
          </ac:spMkLst>
        </pc:spChg>
        <pc:spChg chg="add mod">
          <ac:chgData name="Maria Chiara Nicolini" userId="14b5437a-7d0c-456c-aa59-ef146f38c286" providerId="ADAL" clId="{5492FB36-8B22-58ED-A644-467DDF2ECE37}" dt="2026-06-16T15:02:47.849" v="750" actId="1076"/>
          <ac:spMkLst>
            <pc:docMk/>
            <pc:sldMk cId="442731876" sldId="450"/>
            <ac:spMk id="25" creationId="{092E710F-E7DB-E8B9-448B-21DB8EF132F1}"/>
          </ac:spMkLst>
        </pc:spChg>
      </pc:sldChg>
      <pc:sldChg chg="addSp delSp modSp add mod">
        <pc:chgData name="Maria Chiara Nicolini" userId="14b5437a-7d0c-456c-aa59-ef146f38c286" providerId="ADAL" clId="{5492FB36-8B22-58ED-A644-467DDF2ECE37}" dt="2026-06-25T05:37:49.723" v="2247" actId="108"/>
        <pc:sldMkLst>
          <pc:docMk/>
          <pc:sldMk cId="3947034077" sldId="451"/>
        </pc:sldMkLst>
        <pc:spChg chg="add mod">
          <ac:chgData name="Maria Chiara Nicolini" userId="14b5437a-7d0c-456c-aa59-ef146f38c286" providerId="ADAL" clId="{5492FB36-8B22-58ED-A644-467DDF2ECE37}" dt="2026-06-16T15:03:36.123" v="767" actId="1076"/>
          <ac:spMkLst>
            <pc:docMk/>
            <pc:sldMk cId="3947034077" sldId="451"/>
            <ac:spMk id="2" creationId="{8BD7F7E3-6CD6-D519-DAAD-0EA963033FD7}"/>
          </ac:spMkLst>
        </pc:spChg>
        <pc:spChg chg="add mod">
          <ac:chgData name="Maria Chiara Nicolini" userId="14b5437a-7d0c-456c-aa59-ef146f38c286" providerId="ADAL" clId="{5492FB36-8B22-58ED-A644-467DDF2ECE37}" dt="2026-06-25T05:33:51.617" v="2231" actId="2711"/>
          <ac:spMkLst>
            <pc:docMk/>
            <pc:sldMk cId="3947034077" sldId="451"/>
            <ac:spMk id="4" creationId="{61CAADDA-8A2C-06F8-AE8B-4704F635F784}"/>
          </ac:spMkLst>
        </pc:spChg>
        <pc:spChg chg="mod">
          <ac:chgData name="Maria Chiara Nicolini" userId="14b5437a-7d0c-456c-aa59-ef146f38c286" providerId="ADAL" clId="{5492FB36-8B22-58ED-A644-467DDF2ECE37}" dt="2026-06-25T05:37:49.723" v="2247" actId="108"/>
          <ac:spMkLst>
            <pc:docMk/>
            <pc:sldMk cId="3947034077" sldId="451"/>
            <ac:spMk id="6" creationId="{0B9B931E-31D8-5353-821F-6B7C0587D4EB}"/>
          </ac:spMkLst>
        </pc:spChg>
        <pc:spChg chg="mod">
          <ac:chgData name="Maria Chiara Nicolini" userId="14b5437a-7d0c-456c-aa59-ef146f38c286" providerId="ADAL" clId="{5492FB36-8B22-58ED-A644-467DDF2ECE37}" dt="2026-06-25T05:33:51.617" v="2231" actId="2711"/>
          <ac:spMkLst>
            <pc:docMk/>
            <pc:sldMk cId="3947034077" sldId="451"/>
            <ac:spMk id="7" creationId="{225D48D8-1454-1C6B-0DEC-5681638EB34C}"/>
          </ac:spMkLst>
        </pc:spChg>
        <pc:spChg chg="add mod">
          <ac:chgData name="Maria Chiara Nicolini" userId="14b5437a-7d0c-456c-aa59-ef146f38c286" providerId="ADAL" clId="{5492FB36-8B22-58ED-A644-467DDF2ECE37}" dt="2026-06-25T05:33:51.617" v="2231" actId="2711"/>
          <ac:spMkLst>
            <pc:docMk/>
            <pc:sldMk cId="3947034077" sldId="451"/>
            <ac:spMk id="11" creationId="{EF8F026A-EA03-09C6-0DB3-1B61634FCC10}"/>
          </ac:spMkLst>
        </pc:spChg>
        <pc:spChg chg="mod">
          <ac:chgData name="Maria Chiara Nicolini" userId="14b5437a-7d0c-456c-aa59-ef146f38c286" providerId="ADAL" clId="{5492FB36-8B22-58ED-A644-467DDF2ECE37}" dt="2026-06-25T05:33:51.617" v="2231" actId="2711"/>
          <ac:spMkLst>
            <pc:docMk/>
            <pc:sldMk cId="3947034077" sldId="451"/>
            <ac:spMk id="13" creationId="{CDA3C3FC-8498-AEBA-077D-39BB81081E3C}"/>
          </ac:spMkLst>
        </pc:spChg>
        <pc:spChg chg="mod">
          <ac:chgData name="Maria Chiara Nicolini" userId="14b5437a-7d0c-456c-aa59-ef146f38c286" providerId="ADAL" clId="{5492FB36-8B22-58ED-A644-467DDF2ECE37}" dt="2026-06-25T05:33:51.617" v="2231" actId="2711"/>
          <ac:spMkLst>
            <pc:docMk/>
            <pc:sldMk cId="3947034077" sldId="451"/>
            <ac:spMk id="14" creationId="{A1570727-373C-C4C8-9C17-6F842871C5F4}"/>
          </ac:spMkLst>
        </pc:spChg>
        <pc:spChg chg="mod">
          <ac:chgData name="Maria Chiara Nicolini" userId="14b5437a-7d0c-456c-aa59-ef146f38c286" providerId="ADAL" clId="{5492FB36-8B22-58ED-A644-467DDF2ECE37}" dt="2026-06-25T05:33:51.617" v="2231" actId="2711"/>
          <ac:spMkLst>
            <pc:docMk/>
            <pc:sldMk cId="3947034077" sldId="451"/>
            <ac:spMk id="15" creationId="{5E45F566-7CFE-BB98-FD02-46F45D5187AE}"/>
          </ac:spMkLst>
        </pc:spChg>
        <pc:spChg chg="add mod">
          <ac:chgData name="Maria Chiara Nicolini" userId="14b5437a-7d0c-456c-aa59-ef146f38c286" providerId="ADAL" clId="{5492FB36-8B22-58ED-A644-467DDF2ECE37}" dt="2026-06-25T05:33:51.617" v="2231" actId="2711"/>
          <ac:spMkLst>
            <pc:docMk/>
            <pc:sldMk cId="3947034077" sldId="451"/>
            <ac:spMk id="26" creationId="{1846DD80-47E6-4634-5959-60336CF04E63}"/>
          </ac:spMkLst>
        </pc:spChg>
        <pc:spChg chg="add mod">
          <ac:chgData name="Maria Chiara Nicolini" userId="14b5437a-7d0c-456c-aa59-ef146f38c286" providerId="ADAL" clId="{5492FB36-8B22-58ED-A644-467DDF2ECE37}" dt="2026-06-16T15:03:36.123" v="767" actId="1076"/>
          <ac:spMkLst>
            <pc:docMk/>
            <pc:sldMk cId="3947034077" sldId="451"/>
            <ac:spMk id="27" creationId="{33359B06-4006-28CF-A420-49FE5AF1C926}"/>
          </ac:spMkLst>
        </pc:spChg>
        <pc:spChg chg="add mod">
          <ac:chgData name="Maria Chiara Nicolini" userId="14b5437a-7d0c-456c-aa59-ef146f38c286" providerId="ADAL" clId="{5492FB36-8B22-58ED-A644-467DDF2ECE37}" dt="2026-06-25T05:33:51.617" v="2231" actId="2711"/>
          <ac:spMkLst>
            <pc:docMk/>
            <pc:sldMk cId="3947034077" sldId="451"/>
            <ac:spMk id="28" creationId="{BD786A6A-7A80-E83F-363E-695D29AB2FA0}"/>
          </ac:spMkLst>
        </pc:spChg>
        <pc:spChg chg="add mod">
          <ac:chgData name="Maria Chiara Nicolini" userId="14b5437a-7d0c-456c-aa59-ef146f38c286" providerId="ADAL" clId="{5492FB36-8B22-58ED-A644-467DDF2ECE37}" dt="2026-06-16T15:03:36.123" v="767" actId="1076"/>
          <ac:spMkLst>
            <pc:docMk/>
            <pc:sldMk cId="3947034077" sldId="451"/>
            <ac:spMk id="29" creationId="{DE1B6A1B-F812-FBA2-DF11-95BFEB6A4AD1}"/>
          </ac:spMkLst>
        </pc:spChg>
        <pc:spChg chg="add mod">
          <ac:chgData name="Maria Chiara Nicolini" userId="14b5437a-7d0c-456c-aa59-ef146f38c286" providerId="ADAL" clId="{5492FB36-8B22-58ED-A644-467DDF2ECE37}" dt="2026-06-25T05:33:51.617" v="2231" actId="2711"/>
          <ac:spMkLst>
            <pc:docMk/>
            <pc:sldMk cId="3947034077" sldId="451"/>
            <ac:spMk id="30" creationId="{DEB8FF81-51EF-D9FF-5536-898D94C730FB}"/>
          </ac:spMkLst>
        </pc:spChg>
        <pc:spChg chg="add mod">
          <ac:chgData name="Maria Chiara Nicolini" userId="14b5437a-7d0c-456c-aa59-ef146f38c286" providerId="ADAL" clId="{5492FB36-8B22-58ED-A644-467DDF2ECE37}" dt="2026-06-25T05:33:51.617" v="2231" actId="2711"/>
          <ac:spMkLst>
            <pc:docMk/>
            <pc:sldMk cId="3947034077" sldId="451"/>
            <ac:spMk id="31" creationId="{32D53905-8292-6827-36BC-20A7ACA1E0E0}"/>
          </ac:spMkLst>
        </pc:spChg>
        <pc:spChg chg="add mod">
          <ac:chgData name="Maria Chiara Nicolini" userId="14b5437a-7d0c-456c-aa59-ef146f38c286" providerId="ADAL" clId="{5492FB36-8B22-58ED-A644-467DDF2ECE37}" dt="2026-06-16T15:03:36.123" v="767" actId="1076"/>
          <ac:spMkLst>
            <pc:docMk/>
            <pc:sldMk cId="3947034077" sldId="451"/>
            <ac:spMk id="32" creationId="{2DE7B23C-C882-2D59-8F87-BFD9E9EA9056}"/>
          </ac:spMkLst>
        </pc:spChg>
      </pc:sldChg>
      <pc:sldChg chg="addSp modSp new mod">
        <pc:chgData name="Maria Chiara Nicolini" userId="14b5437a-7d0c-456c-aa59-ef146f38c286" providerId="ADAL" clId="{5492FB36-8B22-58ED-A644-467DDF2ECE37}" dt="2026-06-16T15:09:24.682" v="932" actId="20577"/>
        <pc:sldMkLst>
          <pc:docMk/>
          <pc:sldMk cId="327730355" sldId="452"/>
        </pc:sldMkLst>
        <pc:spChg chg="add mod">
          <ac:chgData name="Maria Chiara Nicolini" userId="14b5437a-7d0c-456c-aa59-ef146f38c286" providerId="ADAL" clId="{5492FB36-8B22-58ED-A644-467DDF2ECE37}" dt="2026-06-16T15:09:24.682" v="932" actId="20577"/>
          <ac:spMkLst>
            <pc:docMk/>
            <pc:sldMk cId="327730355" sldId="452"/>
            <ac:spMk id="2" creationId="{8C1656D0-EF7C-FDB1-D30B-569E9525E65F}"/>
          </ac:spMkLst>
        </pc:spChg>
      </pc:sldChg>
      <pc:sldChg chg="addSp delSp modSp add mod">
        <pc:chgData name="Maria Chiara Nicolini" userId="14b5437a-7d0c-456c-aa59-ef146f38c286" providerId="ADAL" clId="{5492FB36-8B22-58ED-A644-467DDF2ECE37}" dt="2026-06-19T09:37:51.485" v="961"/>
        <pc:sldMkLst>
          <pc:docMk/>
          <pc:sldMk cId="6202412" sldId="453"/>
        </pc:sldMkLst>
        <pc:spChg chg="add mod">
          <ac:chgData name="Maria Chiara Nicolini" userId="14b5437a-7d0c-456c-aa59-ef146f38c286" providerId="ADAL" clId="{5492FB36-8B22-58ED-A644-467DDF2ECE37}" dt="2026-06-19T09:37:51.485" v="961"/>
          <ac:spMkLst>
            <pc:docMk/>
            <pc:sldMk cId="6202412" sldId="453"/>
            <ac:spMk id="2" creationId="{6FFD88A5-3DD4-C05E-BF21-306AE8B6990E}"/>
          </ac:spMkLst>
        </pc:spChg>
        <pc:spChg chg="mod">
          <ac:chgData name="Maria Chiara Nicolini" userId="14b5437a-7d0c-456c-aa59-ef146f38c286" providerId="ADAL" clId="{5492FB36-8B22-58ED-A644-467DDF2ECE37}" dt="2026-06-16T15:14:11.217" v="950" actId="20577"/>
          <ac:spMkLst>
            <pc:docMk/>
            <pc:sldMk cId="6202412" sldId="453"/>
            <ac:spMk id="6" creationId="{DF0BDF9D-025B-CDA3-B236-FC7CDD77A655}"/>
          </ac:spMkLst>
        </pc:spChg>
      </pc:sldChg>
      <pc:sldChg chg="addSp delSp modSp add mod">
        <pc:chgData name="Maria Chiara Nicolini" userId="14b5437a-7d0c-456c-aa59-ef146f38c286" providerId="ADAL" clId="{5492FB36-8B22-58ED-A644-467DDF2ECE37}" dt="2026-06-19T11:20:31.067" v="2062"/>
        <pc:sldMkLst>
          <pc:docMk/>
          <pc:sldMk cId="2058832652" sldId="456"/>
        </pc:sldMkLst>
        <pc:spChg chg="mod">
          <ac:chgData name="Maria Chiara Nicolini" userId="14b5437a-7d0c-456c-aa59-ef146f38c286" providerId="ADAL" clId="{5492FB36-8B22-58ED-A644-467DDF2ECE37}" dt="2026-06-19T11:08:27.923" v="1896" actId="2711"/>
          <ac:spMkLst>
            <pc:docMk/>
            <pc:sldMk cId="2058832652" sldId="456"/>
            <ac:spMk id="2" creationId="{C4D0F1D1-8E6F-DDB2-7275-2F7B25BC4AE2}"/>
          </ac:spMkLst>
        </pc:spChg>
        <pc:spChg chg="mod">
          <ac:chgData name="Maria Chiara Nicolini" userId="14b5437a-7d0c-456c-aa59-ef146f38c286" providerId="ADAL" clId="{5492FB36-8B22-58ED-A644-467DDF2ECE37}" dt="2026-06-19T11:19:49.198" v="2057" actId="1076"/>
          <ac:spMkLst>
            <pc:docMk/>
            <pc:sldMk cId="2058832652" sldId="456"/>
            <ac:spMk id="5" creationId="{815C2DA6-8FC6-5CED-BE87-2027E8AD522D}"/>
          </ac:spMkLst>
        </pc:spChg>
        <pc:spChg chg="add mod">
          <ac:chgData name="Maria Chiara Nicolini" userId="14b5437a-7d0c-456c-aa59-ef146f38c286" providerId="ADAL" clId="{5492FB36-8B22-58ED-A644-467DDF2ECE37}" dt="2026-06-19T11:08:27.923" v="1896" actId="2711"/>
          <ac:spMkLst>
            <pc:docMk/>
            <pc:sldMk cId="2058832652" sldId="456"/>
            <ac:spMk id="6" creationId="{92D0956A-CDF6-BE68-377E-13E8C03FD80E}"/>
          </ac:spMkLst>
        </pc:spChg>
        <pc:spChg chg="add mod">
          <ac:chgData name="Maria Chiara Nicolini" userId="14b5437a-7d0c-456c-aa59-ef146f38c286" providerId="ADAL" clId="{5492FB36-8B22-58ED-A644-467DDF2ECE37}" dt="2026-06-19T11:08:27.923" v="1896" actId="2711"/>
          <ac:spMkLst>
            <pc:docMk/>
            <pc:sldMk cId="2058832652" sldId="456"/>
            <ac:spMk id="7" creationId="{1F0CFAD0-CAFB-74B9-A109-E4C66E1DE23E}"/>
          </ac:spMkLst>
        </pc:spChg>
        <pc:spChg chg="add mod">
          <ac:chgData name="Maria Chiara Nicolini" userId="14b5437a-7d0c-456c-aa59-ef146f38c286" providerId="ADAL" clId="{5492FB36-8B22-58ED-A644-467DDF2ECE37}" dt="2026-06-19T11:08:27.923" v="1896" actId="2711"/>
          <ac:spMkLst>
            <pc:docMk/>
            <pc:sldMk cId="2058832652" sldId="456"/>
            <ac:spMk id="11" creationId="{2F8424D1-E654-BB27-BDE8-0720B2B610C0}"/>
          </ac:spMkLst>
        </pc:spChg>
        <pc:spChg chg="add mod">
          <ac:chgData name="Maria Chiara Nicolini" userId="14b5437a-7d0c-456c-aa59-ef146f38c286" providerId="ADAL" clId="{5492FB36-8B22-58ED-A644-467DDF2ECE37}" dt="2026-06-19T11:04:12.930" v="1727"/>
          <ac:spMkLst>
            <pc:docMk/>
            <pc:sldMk cId="2058832652" sldId="456"/>
            <ac:spMk id="12" creationId="{BC4F39D6-6D37-990D-5D30-1AC33D969B8C}"/>
          </ac:spMkLst>
        </pc:spChg>
        <pc:spChg chg="add mod">
          <ac:chgData name="Maria Chiara Nicolini" userId="14b5437a-7d0c-456c-aa59-ef146f38c286" providerId="ADAL" clId="{5492FB36-8B22-58ED-A644-467DDF2ECE37}" dt="2026-06-19T11:20:01.243" v="2058"/>
          <ac:spMkLst>
            <pc:docMk/>
            <pc:sldMk cId="2058832652" sldId="456"/>
            <ac:spMk id="13" creationId="{186C63C1-DCD4-78F1-75E1-66349B96879B}"/>
          </ac:spMkLst>
        </pc:spChg>
        <pc:spChg chg="add mod">
          <ac:chgData name="Maria Chiara Nicolini" userId="14b5437a-7d0c-456c-aa59-ef146f38c286" providerId="ADAL" clId="{5492FB36-8B22-58ED-A644-467DDF2ECE37}" dt="2026-06-19T11:20:12.272" v="2059"/>
          <ac:spMkLst>
            <pc:docMk/>
            <pc:sldMk cId="2058832652" sldId="456"/>
            <ac:spMk id="14" creationId="{B1901CD8-E5F4-6D37-FB86-92BE48A69D03}"/>
          </ac:spMkLst>
        </pc:spChg>
        <pc:spChg chg="add mod">
          <ac:chgData name="Maria Chiara Nicolini" userId="14b5437a-7d0c-456c-aa59-ef146f38c286" providerId="ADAL" clId="{5492FB36-8B22-58ED-A644-467DDF2ECE37}" dt="2026-06-19T11:20:31.067" v="2062"/>
          <ac:spMkLst>
            <pc:docMk/>
            <pc:sldMk cId="2058832652" sldId="456"/>
            <ac:spMk id="15" creationId="{EF1D59C9-AA34-CD4C-2377-B1F1DBE6F618}"/>
          </ac:spMkLst>
        </pc:spChg>
      </pc:sldChg>
      <pc:sldChg chg="addSp delSp modSp add mod ord">
        <pc:chgData name="Maria Chiara Nicolini" userId="14b5437a-7d0c-456c-aa59-ef146f38c286" providerId="ADAL" clId="{5492FB36-8B22-58ED-A644-467DDF2ECE37}" dt="2026-06-19T11:21:28.526" v="2069" actId="790"/>
        <pc:sldMkLst>
          <pc:docMk/>
          <pc:sldMk cId="2738727401" sldId="457"/>
        </pc:sldMkLst>
        <pc:spChg chg="mod">
          <ac:chgData name="Maria Chiara Nicolini" userId="14b5437a-7d0c-456c-aa59-ef146f38c286" providerId="ADAL" clId="{5492FB36-8B22-58ED-A644-467DDF2ECE37}" dt="2026-06-19T11:21:28.526" v="2069" actId="790"/>
          <ac:spMkLst>
            <pc:docMk/>
            <pc:sldMk cId="2738727401" sldId="457"/>
            <ac:spMk id="2" creationId="{DAD797AE-CD15-7486-0BCE-E29830867826}"/>
          </ac:spMkLst>
        </pc:spChg>
        <pc:spChg chg="mod">
          <ac:chgData name="Maria Chiara Nicolini" userId="14b5437a-7d0c-456c-aa59-ef146f38c286" providerId="ADAL" clId="{5492FB36-8B22-58ED-A644-467DDF2ECE37}" dt="2026-06-19T11:21:28.526" v="2069" actId="790"/>
          <ac:spMkLst>
            <pc:docMk/>
            <pc:sldMk cId="2738727401" sldId="457"/>
            <ac:spMk id="4" creationId="{99C2589F-6751-AAB7-77AE-0E5DBF44EA80}"/>
          </ac:spMkLst>
        </pc:spChg>
        <pc:spChg chg="mod">
          <ac:chgData name="Maria Chiara Nicolini" userId="14b5437a-7d0c-456c-aa59-ef146f38c286" providerId="ADAL" clId="{5492FB36-8B22-58ED-A644-467DDF2ECE37}" dt="2026-06-19T11:21:28.526" v="2069" actId="790"/>
          <ac:spMkLst>
            <pc:docMk/>
            <pc:sldMk cId="2738727401" sldId="457"/>
            <ac:spMk id="5" creationId="{58CF1563-BB4C-EDDD-744D-A0557D5522EE}"/>
          </ac:spMkLst>
        </pc:spChg>
        <pc:spChg chg="add mod">
          <ac:chgData name="Maria Chiara Nicolini" userId="14b5437a-7d0c-456c-aa59-ef146f38c286" providerId="ADAL" clId="{5492FB36-8B22-58ED-A644-467DDF2ECE37}" dt="2026-06-19T11:21:28.526" v="2069" actId="790"/>
          <ac:spMkLst>
            <pc:docMk/>
            <pc:sldMk cId="2738727401" sldId="457"/>
            <ac:spMk id="6" creationId="{78BFF6C3-3B36-C6DB-ECA9-387BC20EE5BA}"/>
          </ac:spMkLst>
        </pc:spChg>
        <pc:spChg chg="add mod">
          <ac:chgData name="Maria Chiara Nicolini" userId="14b5437a-7d0c-456c-aa59-ef146f38c286" providerId="ADAL" clId="{5492FB36-8B22-58ED-A644-467DDF2ECE37}" dt="2026-06-19T11:21:28.526" v="2069" actId="790"/>
          <ac:spMkLst>
            <pc:docMk/>
            <pc:sldMk cId="2738727401" sldId="457"/>
            <ac:spMk id="7" creationId="{B4711C4F-D292-E65B-7EFB-344EBC2B68B3}"/>
          </ac:spMkLst>
        </pc:spChg>
        <pc:spChg chg="add mod">
          <ac:chgData name="Maria Chiara Nicolini" userId="14b5437a-7d0c-456c-aa59-ef146f38c286" providerId="ADAL" clId="{5492FB36-8B22-58ED-A644-467DDF2ECE37}" dt="2026-06-19T11:21:28.526" v="2069" actId="790"/>
          <ac:spMkLst>
            <pc:docMk/>
            <pc:sldMk cId="2738727401" sldId="457"/>
            <ac:spMk id="11" creationId="{57A52AC8-6E30-B9E6-8381-B8677F7F255E}"/>
          </ac:spMkLst>
        </pc:spChg>
        <pc:spChg chg="add mod">
          <ac:chgData name="Maria Chiara Nicolini" userId="14b5437a-7d0c-456c-aa59-ef146f38c286" providerId="ADAL" clId="{5492FB36-8B22-58ED-A644-467DDF2ECE37}" dt="2026-06-19T11:21:28.526" v="2069" actId="790"/>
          <ac:spMkLst>
            <pc:docMk/>
            <pc:sldMk cId="2738727401" sldId="457"/>
            <ac:spMk id="12" creationId="{815E98CF-4894-C952-5CE4-D41D273D2B9E}"/>
          </ac:spMkLst>
        </pc:spChg>
        <pc:spChg chg="add mod">
          <ac:chgData name="Maria Chiara Nicolini" userId="14b5437a-7d0c-456c-aa59-ef146f38c286" providerId="ADAL" clId="{5492FB36-8B22-58ED-A644-467DDF2ECE37}" dt="2026-06-19T11:21:28.526" v="2069" actId="790"/>
          <ac:spMkLst>
            <pc:docMk/>
            <pc:sldMk cId="2738727401" sldId="457"/>
            <ac:spMk id="13" creationId="{C4836C8B-34E9-5091-AD59-55839DE25C8D}"/>
          </ac:spMkLst>
        </pc:spChg>
        <pc:spChg chg="add mod">
          <ac:chgData name="Maria Chiara Nicolini" userId="14b5437a-7d0c-456c-aa59-ef146f38c286" providerId="ADAL" clId="{5492FB36-8B22-58ED-A644-467DDF2ECE37}" dt="2026-06-19T11:21:28.526" v="2069" actId="790"/>
          <ac:spMkLst>
            <pc:docMk/>
            <pc:sldMk cId="2738727401" sldId="457"/>
            <ac:spMk id="14" creationId="{D93D5116-5E1C-82D3-2895-0EAE9773FA86}"/>
          </ac:spMkLst>
        </pc:spChg>
        <pc:spChg chg="add mod">
          <ac:chgData name="Maria Chiara Nicolini" userId="14b5437a-7d0c-456c-aa59-ef146f38c286" providerId="ADAL" clId="{5492FB36-8B22-58ED-A644-467DDF2ECE37}" dt="2026-06-19T11:21:28.526" v="2069" actId="790"/>
          <ac:spMkLst>
            <pc:docMk/>
            <pc:sldMk cId="2738727401" sldId="457"/>
            <ac:spMk id="15" creationId="{6EA68E39-AFC9-6240-084E-06358F82B97D}"/>
          </ac:spMkLst>
        </pc:spChg>
      </pc:sldChg>
      <pc:sldChg chg="addSp delSp modSp add mod">
        <pc:chgData name="Maria Chiara Nicolini" userId="14b5437a-7d0c-456c-aa59-ef146f38c286" providerId="ADAL" clId="{5492FB36-8B22-58ED-A644-467DDF2ECE37}" dt="2026-06-19T11:21:37.393" v="2070" actId="790"/>
        <pc:sldMkLst>
          <pc:docMk/>
          <pc:sldMk cId="2561790699" sldId="458"/>
        </pc:sldMkLst>
        <pc:spChg chg="mod">
          <ac:chgData name="Maria Chiara Nicolini" userId="14b5437a-7d0c-456c-aa59-ef146f38c286" providerId="ADAL" clId="{5492FB36-8B22-58ED-A644-467DDF2ECE37}" dt="2026-06-19T11:21:37.393" v="2070" actId="790"/>
          <ac:spMkLst>
            <pc:docMk/>
            <pc:sldMk cId="2561790699" sldId="458"/>
            <ac:spMk id="2" creationId="{E91CCF53-1494-B267-BA58-8ED4CFAEE029}"/>
          </ac:spMkLst>
        </pc:spChg>
        <pc:spChg chg="mod">
          <ac:chgData name="Maria Chiara Nicolini" userId="14b5437a-7d0c-456c-aa59-ef146f38c286" providerId="ADAL" clId="{5492FB36-8B22-58ED-A644-467DDF2ECE37}" dt="2026-06-19T11:21:37.393" v="2070" actId="790"/>
          <ac:spMkLst>
            <pc:docMk/>
            <pc:sldMk cId="2561790699" sldId="458"/>
            <ac:spMk id="4" creationId="{6FC1A68B-4ED7-2FFB-DC53-2D9B7DF9D983}"/>
          </ac:spMkLst>
        </pc:spChg>
        <pc:spChg chg="mod">
          <ac:chgData name="Maria Chiara Nicolini" userId="14b5437a-7d0c-456c-aa59-ef146f38c286" providerId="ADAL" clId="{5492FB36-8B22-58ED-A644-467DDF2ECE37}" dt="2026-06-19T11:21:37.393" v="2070" actId="790"/>
          <ac:spMkLst>
            <pc:docMk/>
            <pc:sldMk cId="2561790699" sldId="458"/>
            <ac:spMk id="5" creationId="{3195F5CD-4A7D-6A74-694E-8FA105F1CA96}"/>
          </ac:spMkLst>
        </pc:spChg>
        <pc:spChg chg="add mod">
          <ac:chgData name="Maria Chiara Nicolini" userId="14b5437a-7d0c-456c-aa59-ef146f38c286" providerId="ADAL" clId="{5492FB36-8B22-58ED-A644-467DDF2ECE37}" dt="2026-06-19T11:21:37.393" v="2070" actId="790"/>
          <ac:spMkLst>
            <pc:docMk/>
            <pc:sldMk cId="2561790699" sldId="458"/>
            <ac:spMk id="6" creationId="{C4413A78-0F62-CB5F-4954-723BD270B4B7}"/>
          </ac:spMkLst>
        </pc:spChg>
        <pc:spChg chg="add mod">
          <ac:chgData name="Maria Chiara Nicolini" userId="14b5437a-7d0c-456c-aa59-ef146f38c286" providerId="ADAL" clId="{5492FB36-8B22-58ED-A644-467DDF2ECE37}" dt="2026-06-19T11:21:37.393" v="2070" actId="790"/>
          <ac:spMkLst>
            <pc:docMk/>
            <pc:sldMk cId="2561790699" sldId="458"/>
            <ac:spMk id="7" creationId="{9FAC2038-26A2-B4F5-0286-116757CBD316}"/>
          </ac:spMkLst>
        </pc:spChg>
        <pc:spChg chg="add mod">
          <ac:chgData name="Maria Chiara Nicolini" userId="14b5437a-7d0c-456c-aa59-ef146f38c286" providerId="ADAL" clId="{5492FB36-8B22-58ED-A644-467DDF2ECE37}" dt="2026-06-19T11:21:37.393" v="2070" actId="790"/>
          <ac:spMkLst>
            <pc:docMk/>
            <pc:sldMk cId="2561790699" sldId="458"/>
            <ac:spMk id="11" creationId="{BFDBD057-4CAA-58D5-C396-EFD9FA984D01}"/>
          </ac:spMkLst>
        </pc:spChg>
        <pc:spChg chg="add mod">
          <ac:chgData name="Maria Chiara Nicolini" userId="14b5437a-7d0c-456c-aa59-ef146f38c286" providerId="ADAL" clId="{5492FB36-8B22-58ED-A644-467DDF2ECE37}" dt="2026-06-19T11:21:37.393" v="2070" actId="790"/>
          <ac:spMkLst>
            <pc:docMk/>
            <pc:sldMk cId="2561790699" sldId="458"/>
            <ac:spMk id="12" creationId="{29D878E0-1F8E-3B1C-FB72-635EE927F87F}"/>
          </ac:spMkLst>
        </pc:spChg>
        <pc:spChg chg="add mod">
          <ac:chgData name="Maria Chiara Nicolini" userId="14b5437a-7d0c-456c-aa59-ef146f38c286" providerId="ADAL" clId="{5492FB36-8B22-58ED-A644-467DDF2ECE37}" dt="2026-06-19T11:21:37.393" v="2070" actId="790"/>
          <ac:spMkLst>
            <pc:docMk/>
            <pc:sldMk cId="2561790699" sldId="458"/>
            <ac:spMk id="13" creationId="{22B1DFE0-F39E-8BE1-4CB1-09AAEBEA3B78}"/>
          </ac:spMkLst>
        </pc:spChg>
        <pc:spChg chg="add mod">
          <ac:chgData name="Maria Chiara Nicolini" userId="14b5437a-7d0c-456c-aa59-ef146f38c286" providerId="ADAL" clId="{5492FB36-8B22-58ED-A644-467DDF2ECE37}" dt="2026-06-19T11:21:37.393" v="2070" actId="790"/>
          <ac:spMkLst>
            <pc:docMk/>
            <pc:sldMk cId="2561790699" sldId="458"/>
            <ac:spMk id="14" creationId="{970422A8-981D-522C-780A-C88D3FD8F17A}"/>
          </ac:spMkLst>
        </pc:spChg>
        <pc:spChg chg="add mod">
          <ac:chgData name="Maria Chiara Nicolini" userId="14b5437a-7d0c-456c-aa59-ef146f38c286" providerId="ADAL" clId="{5492FB36-8B22-58ED-A644-467DDF2ECE37}" dt="2026-06-19T11:21:37.393" v="2070" actId="790"/>
          <ac:spMkLst>
            <pc:docMk/>
            <pc:sldMk cId="2561790699" sldId="458"/>
            <ac:spMk id="15" creationId="{5CC2103D-0E52-7405-F2F3-59492A233FCD}"/>
          </ac:spMkLst>
        </pc:spChg>
      </pc:sldChg>
      <pc:sldChg chg="addSp delSp modSp add mod">
        <pc:chgData name="Maria Chiara Nicolini" userId="14b5437a-7d0c-456c-aa59-ef146f38c286" providerId="ADAL" clId="{5492FB36-8B22-58ED-A644-467DDF2ECE37}" dt="2026-06-22T09:23:44.030" v="2089" actId="6549"/>
        <pc:sldMkLst>
          <pc:docMk/>
          <pc:sldMk cId="1777891623" sldId="459"/>
        </pc:sldMkLst>
        <pc:spChg chg="mod">
          <ac:chgData name="Maria Chiara Nicolini" userId="14b5437a-7d0c-456c-aa59-ef146f38c286" providerId="ADAL" clId="{5492FB36-8B22-58ED-A644-467DDF2ECE37}" dt="2026-06-19T11:08:01.899" v="1893" actId="790"/>
          <ac:spMkLst>
            <pc:docMk/>
            <pc:sldMk cId="1777891623" sldId="459"/>
            <ac:spMk id="2" creationId="{C383D8B5-ECBE-6250-B6B9-D360204006D0}"/>
          </ac:spMkLst>
        </pc:spChg>
        <pc:spChg chg="add mod">
          <ac:chgData name="Maria Chiara Nicolini" userId="14b5437a-7d0c-456c-aa59-ef146f38c286" providerId="ADAL" clId="{5492FB36-8B22-58ED-A644-467DDF2ECE37}" dt="2026-06-19T11:08:01.899" v="1893" actId="790"/>
          <ac:spMkLst>
            <pc:docMk/>
            <pc:sldMk cId="1777891623" sldId="459"/>
            <ac:spMk id="3" creationId="{9EDD071F-6612-EBF1-561C-00E7862D76BF}"/>
          </ac:spMkLst>
        </pc:spChg>
        <pc:spChg chg="mod">
          <ac:chgData name="Maria Chiara Nicolini" userId="14b5437a-7d0c-456c-aa59-ef146f38c286" providerId="ADAL" clId="{5492FB36-8B22-58ED-A644-467DDF2ECE37}" dt="2026-06-19T11:08:01.899" v="1893" actId="790"/>
          <ac:spMkLst>
            <pc:docMk/>
            <pc:sldMk cId="1777891623" sldId="459"/>
            <ac:spMk id="4" creationId="{59B9D006-AEB1-5F8A-2B73-FBF551C387D9}"/>
          </ac:spMkLst>
        </pc:spChg>
        <pc:spChg chg="mod">
          <ac:chgData name="Maria Chiara Nicolini" userId="14b5437a-7d0c-456c-aa59-ef146f38c286" providerId="ADAL" clId="{5492FB36-8B22-58ED-A644-467DDF2ECE37}" dt="2026-06-19T11:08:10.931" v="1894" actId="2711"/>
          <ac:spMkLst>
            <pc:docMk/>
            <pc:sldMk cId="1777891623" sldId="459"/>
            <ac:spMk id="5" creationId="{F44812EA-AF76-3EFF-085E-3A8C37360BFA}"/>
          </ac:spMkLst>
        </pc:spChg>
        <pc:spChg chg="add mod">
          <ac:chgData name="Maria Chiara Nicolini" userId="14b5437a-7d0c-456c-aa59-ef146f38c286" providerId="ADAL" clId="{5492FB36-8B22-58ED-A644-467DDF2ECE37}" dt="2026-06-19T11:08:01.899" v="1893" actId="790"/>
          <ac:spMkLst>
            <pc:docMk/>
            <pc:sldMk cId="1777891623" sldId="459"/>
            <ac:spMk id="8" creationId="{7B2A3560-8471-FD13-99BF-148B0E316A1F}"/>
          </ac:spMkLst>
        </pc:spChg>
        <pc:spChg chg="add mod">
          <ac:chgData name="Maria Chiara Nicolini" userId="14b5437a-7d0c-456c-aa59-ef146f38c286" providerId="ADAL" clId="{5492FB36-8B22-58ED-A644-467DDF2ECE37}" dt="2026-06-22T09:23:44.030" v="2089" actId="6549"/>
          <ac:spMkLst>
            <pc:docMk/>
            <pc:sldMk cId="1777891623" sldId="459"/>
            <ac:spMk id="9" creationId="{068AC7B9-8A1C-762A-E442-23B9BA5A780A}"/>
          </ac:spMkLst>
        </pc:spChg>
        <pc:spChg chg="add mod">
          <ac:chgData name="Maria Chiara Nicolini" userId="14b5437a-7d0c-456c-aa59-ef146f38c286" providerId="ADAL" clId="{5492FB36-8B22-58ED-A644-467DDF2ECE37}" dt="2026-06-19T11:08:10.931" v="1894" actId="2711"/>
          <ac:spMkLst>
            <pc:docMk/>
            <pc:sldMk cId="1777891623" sldId="459"/>
            <ac:spMk id="10" creationId="{1B032442-7590-D13A-2577-B04F02348EB7}"/>
          </ac:spMkLst>
        </pc:spChg>
        <pc:spChg chg="mod">
          <ac:chgData name="Maria Chiara Nicolini" userId="14b5437a-7d0c-456c-aa59-ef146f38c286" providerId="ADAL" clId="{5492FB36-8B22-58ED-A644-467DDF2ECE37}" dt="2026-06-19T11:08:01.899" v="1893" actId="790"/>
          <ac:spMkLst>
            <pc:docMk/>
            <pc:sldMk cId="1777891623" sldId="459"/>
            <ac:spMk id="12" creationId="{D691D89E-14AD-29D9-6C7C-EEFC93EF21A2}"/>
          </ac:spMkLst>
        </pc:spChg>
        <pc:spChg chg="add mod">
          <ac:chgData name="Maria Chiara Nicolini" userId="14b5437a-7d0c-456c-aa59-ef146f38c286" providerId="ADAL" clId="{5492FB36-8B22-58ED-A644-467DDF2ECE37}" dt="2026-06-19T11:08:10.931" v="1894" actId="2711"/>
          <ac:spMkLst>
            <pc:docMk/>
            <pc:sldMk cId="1777891623" sldId="459"/>
            <ac:spMk id="13" creationId="{DC979404-D75F-B665-4908-0EFEC8107083}"/>
          </ac:spMkLst>
        </pc:spChg>
        <pc:spChg chg="add mod">
          <ac:chgData name="Maria Chiara Nicolini" userId="14b5437a-7d0c-456c-aa59-ef146f38c286" providerId="ADAL" clId="{5492FB36-8B22-58ED-A644-467DDF2ECE37}" dt="2026-06-19T11:08:10.931" v="1894" actId="2711"/>
          <ac:spMkLst>
            <pc:docMk/>
            <pc:sldMk cId="1777891623" sldId="459"/>
            <ac:spMk id="14" creationId="{2791A1CA-BF74-7D47-632B-202FE779437B}"/>
          </ac:spMkLst>
        </pc:spChg>
      </pc:sldChg>
      <pc:sldChg chg="modSp add mod">
        <pc:chgData name="Maria Chiara Nicolini" userId="14b5437a-7d0c-456c-aa59-ef146f38c286" providerId="ADAL" clId="{5492FB36-8B22-58ED-A644-467DDF2ECE37}" dt="2026-06-19T11:15:10.005" v="1974" actId="20577"/>
        <pc:sldMkLst>
          <pc:docMk/>
          <pc:sldMk cId="23133676" sldId="460"/>
        </pc:sldMkLst>
        <pc:spChg chg="mod">
          <ac:chgData name="Maria Chiara Nicolini" userId="14b5437a-7d0c-456c-aa59-ef146f38c286" providerId="ADAL" clId="{5492FB36-8B22-58ED-A644-467DDF2ECE37}" dt="2026-06-19T11:15:10.005" v="1974" actId="20577"/>
          <ac:spMkLst>
            <pc:docMk/>
            <pc:sldMk cId="23133676" sldId="460"/>
            <ac:spMk id="2" creationId="{2E936EA2-5270-A79B-2A6E-9C87D31F3F5D}"/>
          </ac:spMkLst>
        </pc:spChg>
      </pc:sldChg>
      <pc:sldChg chg="add del">
        <pc:chgData name="Maria Chiara Nicolini" userId="14b5437a-7d0c-456c-aa59-ef146f38c286" providerId="ADAL" clId="{5492FB36-8B22-58ED-A644-467DDF2ECE37}" dt="2026-06-25T05:57:04.552" v="2515" actId="2696"/>
        <pc:sldMkLst>
          <pc:docMk/>
          <pc:sldMk cId="1716626955" sldId="461"/>
        </pc:sldMkLst>
      </pc:sldChg>
      <pc:sldChg chg="add del">
        <pc:chgData name="Maria Chiara Nicolini" userId="14b5437a-7d0c-456c-aa59-ef146f38c286" providerId="ADAL" clId="{5492FB36-8B22-58ED-A644-467DDF2ECE37}" dt="2026-06-25T05:57:05.218" v="2516" actId="2696"/>
        <pc:sldMkLst>
          <pc:docMk/>
          <pc:sldMk cId="4025925248" sldId="462"/>
        </pc:sldMkLst>
      </pc:sldChg>
      <pc:sldChg chg="add del">
        <pc:chgData name="Maria Chiara Nicolini" userId="14b5437a-7d0c-456c-aa59-ef146f38c286" providerId="ADAL" clId="{5492FB36-8B22-58ED-A644-467DDF2ECE37}" dt="2026-06-25T05:57:07.169" v="2517" actId="2696"/>
        <pc:sldMkLst>
          <pc:docMk/>
          <pc:sldMk cId="2300376509" sldId="463"/>
        </pc:sldMkLst>
      </pc:sldChg>
    </pc:docChg>
  </pc:docChgLst>
  <pc:docChgLst>
    <pc:chgData name="giorgia.moschini2@unibo.it" userId="S::urn:spo:guest#giorgia.moschini2@unibo.it::" providerId="AD" clId="Web-{3FE6C54B-6441-D3FE-8E95-F6F9D850B813}"/>
    <pc:docChg chg="addSld delSld modSld sldOrd">
      <pc:chgData name="giorgia.moschini2@unibo.it" userId="S::urn:spo:guest#giorgia.moschini2@unibo.it::" providerId="AD" clId="Web-{3FE6C54B-6441-D3FE-8E95-F6F9D850B813}" dt="2026-06-24T11:40:12.236" v="1253" actId="20577"/>
      <pc:docMkLst>
        <pc:docMk/>
      </pc:docMkLst>
      <pc:sldChg chg="modSp">
        <pc:chgData name="giorgia.moschini2@unibo.it" userId="S::urn:spo:guest#giorgia.moschini2@unibo.it::" providerId="AD" clId="Web-{3FE6C54B-6441-D3FE-8E95-F6F9D850B813}" dt="2026-06-24T11:17:59.649" v="434" actId="20577"/>
        <pc:sldMkLst>
          <pc:docMk/>
          <pc:sldMk cId="1367923293" sldId="260"/>
        </pc:sldMkLst>
        <pc:spChg chg="mod">
          <ac:chgData name="giorgia.moschini2@unibo.it" userId="S::urn:spo:guest#giorgia.moschini2@unibo.it::" providerId="AD" clId="Web-{3FE6C54B-6441-D3FE-8E95-F6F9D850B813}" dt="2026-06-24T11:17:59.649" v="434" actId="20577"/>
          <ac:spMkLst>
            <pc:docMk/>
            <pc:sldMk cId="1367923293" sldId="260"/>
            <ac:spMk id="6" creationId="{D7D0F3C1-D77A-4D05-4AA4-467EE6F069C3}"/>
          </ac:spMkLst>
        </pc:spChg>
      </pc:sldChg>
      <pc:sldChg chg="delSp del">
        <pc:chgData name="giorgia.moschini2@unibo.it" userId="S::urn:spo:guest#giorgia.moschini2@unibo.it::" providerId="AD" clId="Web-{3FE6C54B-6441-D3FE-8E95-F6F9D850B813}" dt="2026-06-24T11:27:11.020" v="778"/>
        <pc:sldMkLst>
          <pc:docMk/>
          <pc:sldMk cId="2085447624" sldId="400"/>
        </pc:sldMkLst>
        <pc:spChg chg="del">
          <ac:chgData name="giorgia.moschini2@unibo.it" userId="S::urn:spo:guest#giorgia.moschini2@unibo.it::" providerId="AD" clId="Web-{3FE6C54B-6441-D3FE-8E95-F6F9D850B813}" dt="2026-06-24T11:26:56.878" v="757"/>
          <ac:spMkLst>
            <pc:docMk/>
            <pc:sldMk cId="2085447624" sldId="400"/>
            <ac:spMk id="3" creationId="{5F40BFE0-29B6-C809-7BFA-02C450392DF1}"/>
          </ac:spMkLst>
        </pc:spChg>
      </pc:sldChg>
      <pc:sldChg chg="addSp delSp modSp">
        <pc:chgData name="giorgia.moschini2@unibo.it" userId="S::urn:spo:guest#giorgia.moschini2@unibo.it::" providerId="AD" clId="Web-{3FE6C54B-6441-D3FE-8E95-F6F9D850B813}" dt="2026-06-24T09:43:24.008" v="308" actId="1076"/>
        <pc:sldMkLst>
          <pc:docMk/>
          <pc:sldMk cId="554072507" sldId="414"/>
        </pc:sldMkLst>
        <pc:spChg chg="add mod">
          <ac:chgData name="giorgia.moschini2@unibo.it" userId="S::urn:spo:guest#giorgia.moschini2@unibo.it::" providerId="AD" clId="Web-{3FE6C54B-6441-D3FE-8E95-F6F9D850B813}" dt="2026-06-24T09:43:24.008" v="308" actId="1076"/>
          <ac:spMkLst>
            <pc:docMk/>
            <pc:sldMk cId="554072507" sldId="414"/>
            <ac:spMk id="2" creationId="{F7BDFE16-8108-5D3A-9E94-9E7286FC60DB}"/>
          </ac:spMkLst>
        </pc:spChg>
        <pc:spChg chg="add del mod">
          <ac:chgData name="giorgia.moschini2@unibo.it" userId="S::urn:spo:guest#giorgia.moschini2@unibo.it::" providerId="AD" clId="Web-{3FE6C54B-6441-D3FE-8E95-F6F9D850B813}" dt="2026-06-24T09:42:53.850" v="288"/>
          <ac:spMkLst>
            <pc:docMk/>
            <pc:sldMk cId="554072507" sldId="414"/>
            <ac:spMk id="5" creationId="{AB7613E4-34BD-1F92-B7CA-09F3F55FDF72}"/>
          </ac:spMkLst>
        </pc:spChg>
      </pc:sldChg>
      <pc:sldChg chg="modSp">
        <pc:chgData name="giorgia.moschini2@unibo.it" userId="S::urn:spo:guest#giorgia.moschini2@unibo.it::" providerId="AD" clId="Web-{3FE6C54B-6441-D3FE-8E95-F6F9D850B813}" dt="2026-06-24T11:20:35.958" v="483" actId="20577"/>
        <pc:sldMkLst>
          <pc:docMk/>
          <pc:sldMk cId="1152577874" sldId="428"/>
        </pc:sldMkLst>
        <pc:spChg chg="mod">
          <ac:chgData name="giorgia.moschini2@unibo.it" userId="S::urn:spo:guest#giorgia.moschini2@unibo.it::" providerId="AD" clId="Web-{3FE6C54B-6441-D3FE-8E95-F6F9D850B813}" dt="2026-06-24T11:20:35.958" v="483" actId="20577"/>
          <ac:spMkLst>
            <pc:docMk/>
            <pc:sldMk cId="1152577874" sldId="428"/>
            <ac:spMk id="7" creationId="{A064113C-DD8D-16B6-47B8-740294DAB2CD}"/>
          </ac:spMkLst>
        </pc:spChg>
      </pc:sldChg>
      <pc:sldChg chg="addSp delSp modSp">
        <pc:chgData name="giorgia.moschini2@unibo.it" userId="S::urn:spo:guest#giorgia.moschini2@unibo.it::" providerId="AD" clId="Web-{3FE6C54B-6441-D3FE-8E95-F6F9D850B813}" dt="2026-06-24T11:40:12.236" v="1253" actId="20577"/>
        <pc:sldMkLst>
          <pc:docMk/>
          <pc:sldMk cId="2462438760" sldId="429"/>
        </pc:sldMkLst>
        <pc:spChg chg="add mod">
          <ac:chgData name="giorgia.moschini2@unibo.it" userId="S::urn:spo:guest#giorgia.moschini2@unibo.it::" providerId="AD" clId="Web-{3FE6C54B-6441-D3FE-8E95-F6F9D850B813}" dt="2026-06-24T11:35:35.433" v="1090" actId="1076"/>
          <ac:spMkLst>
            <pc:docMk/>
            <pc:sldMk cId="2462438760" sldId="429"/>
            <ac:spMk id="7" creationId="{BF1E3A1C-A5C8-1565-5C19-3590ABA40EBF}"/>
          </ac:spMkLst>
        </pc:spChg>
        <pc:spChg chg="add mod">
          <ac:chgData name="giorgia.moschini2@unibo.it" userId="S::urn:spo:guest#giorgia.moschini2@unibo.it::" providerId="AD" clId="Web-{3FE6C54B-6441-D3FE-8E95-F6F9D850B813}" dt="2026-06-24T11:37:33.973" v="1138" actId="20577"/>
          <ac:spMkLst>
            <pc:docMk/>
            <pc:sldMk cId="2462438760" sldId="429"/>
            <ac:spMk id="9" creationId="{8F83454B-89E0-B9CE-FD85-FD8A72A2703B}"/>
          </ac:spMkLst>
        </pc:spChg>
        <pc:spChg chg="add mod">
          <ac:chgData name="giorgia.moschini2@unibo.it" userId="S::urn:spo:guest#giorgia.moschini2@unibo.it::" providerId="AD" clId="Web-{3FE6C54B-6441-D3FE-8E95-F6F9D850B813}" dt="2026-06-24T11:36:04.576" v="1096" actId="1076"/>
          <ac:spMkLst>
            <pc:docMk/>
            <pc:sldMk cId="2462438760" sldId="429"/>
            <ac:spMk id="13" creationId="{70EF4AB7-C966-E33C-49A3-3AA5441B65ED}"/>
          </ac:spMkLst>
        </pc:spChg>
        <pc:spChg chg="add mod">
          <ac:chgData name="giorgia.moschini2@unibo.it" userId="S::urn:spo:guest#giorgia.moschini2@unibo.it::" providerId="AD" clId="Web-{3FE6C54B-6441-D3FE-8E95-F6F9D850B813}" dt="2026-06-24T11:36:29.406" v="1099" actId="1076"/>
          <ac:spMkLst>
            <pc:docMk/>
            <pc:sldMk cId="2462438760" sldId="429"/>
            <ac:spMk id="15" creationId="{D2B74174-0F98-4372-E159-57B21BF8D5EC}"/>
          </ac:spMkLst>
        </pc:spChg>
        <pc:spChg chg="del">
          <ac:chgData name="giorgia.moschini2@unibo.it" userId="S::urn:spo:guest#giorgia.moschini2@unibo.it::" providerId="AD" clId="Web-{3FE6C54B-6441-D3FE-8E95-F6F9D850B813}" dt="2026-06-24T11:36:18.608" v="1097"/>
          <ac:spMkLst>
            <pc:docMk/>
            <pc:sldMk cId="2462438760" sldId="429"/>
            <ac:spMk id="29" creationId="{5814AF19-2842-FA28-116B-01B072312C8D}"/>
          </ac:spMkLst>
        </pc:spChg>
        <pc:spChg chg="del">
          <ac:chgData name="giorgia.moschini2@unibo.it" userId="S::urn:spo:guest#giorgia.moschini2@unibo.it::" providerId="AD" clId="Web-{3FE6C54B-6441-D3FE-8E95-F6F9D850B813}" dt="2026-06-24T11:35:42.262" v="1091"/>
          <ac:spMkLst>
            <pc:docMk/>
            <pc:sldMk cId="2462438760" sldId="429"/>
            <ac:spMk id="30" creationId="{BB431AA6-2268-1458-B06B-70CD9FDD44CC}"/>
          </ac:spMkLst>
        </pc:spChg>
        <pc:spChg chg="del">
          <ac:chgData name="giorgia.moschini2@unibo.it" userId="S::urn:spo:guest#giorgia.moschini2@unibo.it::" providerId="AD" clId="Web-{3FE6C54B-6441-D3FE-8E95-F6F9D850B813}" dt="2026-06-24T11:35:54.700" v="1094"/>
          <ac:spMkLst>
            <pc:docMk/>
            <pc:sldMk cId="2462438760" sldId="429"/>
            <ac:spMk id="31" creationId="{29007916-76ED-FC09-9EDE-6D3D54FD2057}"/>
          </ac:spMkLst>
        </pc:spChg>
        <pc:spChg chg="del">
          <ac:chgData name="giorgia.moschini2@unibo.it" userId="S::urn:spo:guest#giorgia.moschini2@unibo.it::" providerId="AD" clId="Web-{3FE6C54B-6441-D3FE-8E95-F6F9D850B813}" dt="2026-06-24T11:35:31.401" v="1088"/>
          <ac:spMkLst>
            <pc:docMk/>
            <pc:sldMk cId="2462438760" sldId="429"/>
            <ac:spMk id="32" creationId="{D8A24BB5-A2C4-260E-ECC9-6038E7C189FC}"/>
          </ac:spMkLst>
        </pc:spChg>
        <pc:spChg chg="mod">
          <ac:chgData name="giorgia.moschini2@unibo.it" userId="S::urn:spo:guest#giorgia.moschini2@unibo.it::" providerId="AD" clId="Web-{3FE6C54B-6441-D3FE-8E95-F6F9D850B813}" dt="2026-06-24T11:35:20.854" v="1087" actId="20577"/>
          <ac:spMkLst>
            <pc:docMk/>
            <pc:sldMk cId="2462438760" sldId="429"/>
            <ac:spMk id="54" creationId="{CEB0496C-5299-DA99-2244-C3F7F65F9994}"/>
          </ac:spMkLst>
        </pc:spChg>
        <pc:spChg chg="mod">
          <ac:chgData name="giorgia.moschini2@unibo.it" userId="S::urn:spo:guest#giorgia.moschini2@unibo.it::" providerId="AD" clId="Web-{3FE6C54B-6441-D3FE-8E95-F6F9D850B813}" dt="2026-06-24T11:35:15.322" v="1082" actId="20577"/>
          <ac:spMkLst>
            <pc:docMk/>
            <pc:sldMk cId="2462438760" sldId="429"/>
            <ac:spMk id="55" creationId="{3B21E316-1525-A038-E9F6-CD6EF95C9CA3}"/>
          </ac:spMkLst>
        </pc:spChg>
        <pc:spChg chg="mod">
          <ac:chgData name="giorgia.moschini2@unibo.it" userId="S::urn:spo:guest#giorgia.moschini2@unibo.it::" providerId="AD" clId="Web-{3FE6C54B-6441-D3FE-8E95-F6F9D850B813}" dt="2026-06-24T11:40:12.236" v="1253" actId="20577"/>
          <ac:spMkLst>
            <pc:docMk/>
            <pc:sldMk cId="2462438760" sldId="429"/>
            <ac:spMk id="59" creationId="{4E444F3E-E58B-0991-74D1-8571639A13DC}"/>
          </ac:spMkLst>
        </pc:spChg>
        <pc:spChg chg="del">
          <ac:chgData name="giorgia.moschini2@unibo.it" userId="S::urn:spo:guest#giorgia.moschini2@unibo.it::" providerId="AD" clId="Web-{3FE6C54B-6441-D3FE-8E95-F6F9D850B813}" dt="2026-06-24T11:39:42.327" v="1228"/>
          <ac:spMkLst>
            <pc:docMk/>
            <pc:sldMk cId="2462438760" sldId="429"/>
            <ac:spMk id="61" creationId="{A74C8823-B967-B5AC-2E47-71A1A65ACCB1}"/>
          </ac:spMkLst>
        </pc:spChg>
      </pc:sldChg>
      <pc:sldChg chg="addSp delSp modSp">
        <pc:chgData name="giorgia.moschini2@unibo.it" userId="S::urn:spo:guest#giorgia.moschini2@unibo.it::" providerId="AD" clId="Web-{3FE6C54B-6441-D3FE-8E95-F6F9D850B813}" dt="2026-06-24T11:20:40.412" v="484" actId="20577"/>
        <pc:sldMkLst>
          <pc:docMk/>
          <pc:sldMk cId="2251746351" sldId="432"/>
        </pc:sldMkLst>
        <pc:spChg chg="add mod">
          <ac:chgData name="giorgia.moschini2@unibo.it" userId="S::urn:spo:guest#giorgia.moschini2@unibo.it::" providerId="AD" clId="Web-{3FE6C54B-6441-D3FE-8E95-F6F9D850B813}" dt="2026-06-24T11:20:40.412" v="484" actId="20577"/>
          <ac:spMkLst>
            <pc:docMk/>
            <pc:sldMk cId="2251746351" sldId="432"/>
            <ac:spMk id="3" creationId="{ECB89380-39BC-17D3-8B8B-CD28EF85752B}"/>
          </ac:spMkLst>
        </pc:spChg>
        <pc:spChg chg="del">
          <ac:chgData name="giorgia.moschini2@unibo.it" userId="S::urn:spo:guest#giorgia.moschini2@unibo.it::" providerId="AD" clId="Web-{3FE6C54B-6441-D3FE-8E95-F6F9D850B813}" dt="2026-06-24T11:15:06.730" v="411"/>
          <ac:spMkLst>
            <pc:docMk/>
            <pc:sldMk cId="2251746351" sldId="432"/>
            <ac:spMk id="10" creationId="{1F68F4B5-1785-77C4-9224-211D0165111C}"/>
          </ac:spMkLst>
        </pc:spChg>
      </pc:sldChg>
      <pc:sldChg chg="modSp">
        <pc:chgData name="giorgia.moschini2@unibo.it" userId="S::urn:spo:guest#giorgia.moschini2@unibo.it::" providerId="AD" clId="Web-{3FE6C54B-6441-D3FE-8E95-F6F9D850B813}" dt="2026-06-24T11:26:43.424" v="756" actId="20577"/>
        <pc:sldMkLst>
          <pc:docMk/>
          <pc:sldMk cId="3993571225" sldId="433"/>
        </pc:sldMkLst>
        <pc:spChg chg="mod">
          <ac:chgData name="giorgia.moschini2@unibo.it" userId="S::urn:spo:guest#giorgia.moschini2@unibo.it::" providerId="AD" clId="Web-{3FE6C54B-6441-D3FE-8E95-F6F9D850B813}" dt="2026-06-24T11:26:43.424" v="756" actId="20577"/>
          <ac:spMkLst>
            <pc:docMk/>
            <pc:sldMk cId="3993571225" sldId="433"/>
            <ac:spMk id="2" creationId="{60491C7F-8AC7-3878-C3C1-E6FDB581E24C}"/>
          </ac:spMkLst>
        </pc:spChg>
        <pc:spChg chg="mod">
          <ac:chgData name="giorgia.moschini2@unibo.it" userId="S::urn:spo:guest#giorgia.moschini2@unibo.it::" providerId="AD" clId="Web-{3FE6C54B-6441-D3FE-8E95-F6F9D850B813}" dt="2026-06-24T09:45:30.325" v="310" actId="20577"/>
          <ac:spMkLst>
            <pc:docMk/>
            <pc:sldMk cId="3993571225" sldId="433"/>
            <ac:spMk id="6" creationId="{8B436E00-6B94-C10F-64E0-90DA5C054B83}"/>
          </ac:spMkLst>
        </pc:spChg>
      </pc:sldChg>
      <pc:sldChg chg="addSp modSp">
        <pc:chgData name="giorgia.moschini2@unibo.it" userId="S::urn:spo:guest#giorgia.moschini2@unibo.it::" providerId="AD" clId="Web-{3FE6C54B-6441-D3FE-8E95-F6F9D850B813}" dt="2026-06-24T11:26:39.080" v="755" actId="20577"/>
        <pc:sldMkLst>
          <pc:docMk/>
          <pc:sldMk cId="5785221" sldId="434"/>
        </pc:sldMkLst>
        <pc:spChg chg="mod">
          <ac:chgData name="giorgia.moschini2@unibo.it" userId="S::urn:spo:guest#giorgia.moschini2@unibo.it::" providerId="AD" clId="Web-{3FE6C54B-6441-D3FE-8E95-F6F9D850B813}" dt="2026-06-24T11:26:39.080" v="755" actId="20577"/>
          <ac:spMkLst>
            <pc:docMk/>
            <pc:sldMk cId="5785221" sldId="434"/>
            <ac:spMk id="2" creationId="{795265AC-105F-A304-44EA-C61E8CDA7F66}"/>
          </ac:spMkLst>
        </pc:spChg>
        <pc:spChg chg="mod">
          <ac:chgData name="giorgia.moschini2@unibo.it" userId="S::urn:spo:guest#giorgia.moschini2@unibo.it::" providerId="AD" clId="Web-{3FE6C54B-6441-D3FE-8E95-F6F9D850B813}" dt="2026-06-24T09:45:40.357" v="312" actId="20577"/>
          <ac:spMkLst>
            <pc:docMk/>
            <pc:sldMk cId="5785221" sldId="434"/>
            <ac:spMk id="6" creationId="{610A226C-E395-A8E8-E615-7185E5EC0B5E}"/>
          </ac:spMkLst>
        </pc:spChg>
        <pc:graphicFrameChg chg="add mod modGraphic">
          <ac:chgData name="giorgia.moschini2@unibo.it" userId="S::urn:spo:guest#giorgia.moschini2@unibo.it::" providerId="AD" clId="Web-{3FE6C54B-6441-D3FE-8E95-F6F9D850B813}" dt="2026-06-24T11:20:19.676" v="481" actId="1076"/>
          <ac:graphicFrameMkLst>
            <pc:docMk/>
            <pc:sldMk cId="5785221" sldId="434"/>
            <ac:graphicFrameMk id="5" creationId="{A7D19C26-0220-1FDB-22A1-FEB2336A66A3}"/>
          </ac:graphicFrameMkLst>
        </pc:graphicFrameChg>
      </pc:sldChg>
      <pc:sldChg chg="addSp delSp modSp">
        <pc:chgData name="giorgia.moschini2@unibo.it" userId="S::urn:spo:guest#giorgia.moschini2@unibo.it::" providerId="AD" clId="Web-{3FE6C54B-6441-D3FE-8E95-F6F9D850B813}" dt="2026-06-24T11:18:36.371" v="439"/>
        <pc:sldMkLst>
          <pc:docMk/>
          <pc:sldMk cId="3739389868" sldId="435"/>
        </pc:sldMkLst>
        <pc:spChg chg="del mod">
          <ac:chgData name="giorgia.moschini2@unibo.it" userId="S::urn:spo:guest#giorgia.moschini2@unibo.it::" providerId="AD" clId="Web-{3FE6C54B-6441-D3FE-8E95-F6F9D850B813}" dt="2026-06-24T09:34:15.969" v="213"/>
          <ac:spMkLst>
            <pc:docMk/>
            <pc:sldMk cId="3739389868" sldId="435"/>
            <ac:spMk id="2" creationId="{7E647D9C-40A4-1580-A732-0ACDC588EFC2}"/>
          </ac:spMkLst>
        </pc:spChg>
        <pc:spChg chg="mod">
          <ac:chgData name="giorgia.moschini2@unibo.it" userId="S::urn:spo:guest#giorgia.moschini2@unibo.it::" providerId="AD" clId="Web-{3FE6C54B-6441-D3FE-8E95-F6F9D850B813}" dt="2026-06-24T09:36:30.694" v="237" actId="1076"/>
          <ac:spMkLst>
            <pc:docMk/>
            <pc:sldMk cId="3739389868" sldId="435"/>
            <ac:spMk id="6" creationId="{D8AA9AF1-0727-606A-1400-1BE830D5DC7D}"/>
          </ac:spMkLst>
        </pc:spChg>
        <pc:graphicFrameChg chg="add mod modGraphic">
          <ac:chgData name="giorgia.moschini2@unibo.it" userId="S::urn:spo:guest#giorgia.moschini2@unibo.it::" providerId="AD" clId="Web-{3FE6C54B-6441-D3FE-8E95-F6F9D850B813}" dt="2026-06-24T11:18:36.371" v="439"/>
          <ac:graphicFrameMkLst>
            <pc:docMk/>
            <pc:sldMk cId="3739389868" sldId="435"/>
            <ac:graphicFrameMk id="5" creationId="{1E69E032-2A37-7550-8C79-BD2AD290DEE8}"/>
          </ac:graphicFrameMkLst>
        </pc:graphicFrameChg>
      </pc:sldChg>
      <pc:sldChg chg="del ord">
        <pc:chgData name="giorgia.moschini2@unibo.it" userId="S::urn:spo:guest#giorgia.moschini2@unibo.it::" providerId="AD" clId="Web-{3FE6C54B-6441-D3FE-8E95-F6F9D850B813}" dt="2026-06-24T09:47:16.299" v="315"/>
        <pc:sldMkLst>
          <pc:docMk/>
          <pc:sldMk cId="1257614898" sldId="437"/>
        </pc:sldMkLst>
      </pc:sldChg>
      <pc:sldChg chg="modSp">
        <pc:chgData name="giorgia.moschini2@unibo.it" userId="S::urn:spo:guest#giorgia.moschini2@unibo.it::" providerId="AD" clId="Web-{3FE6C54B-6441-D3FE-8E95-F6F9D850B813}" dt="2026-06-24T11:20:01.002" v="475" actId="14100"/>
        <pc:sldMkLst>
          <pc:docMk/>
          <pc:sldMk cId="1432103548" sldId="438"/>
        </pc:sldMkLst>
        <pc:spChg chg="mod">
          <ac:chgData name="giorgia.moschini2@unibo.it" userId="S::urn:spo:guest#giorgia.moschini2@unibo.it::" providerId="AD" clId="Web-{3FE6C54B-6441-D3FE-8E95-F6F9D850B813}" dt="2026-06-24T11:20:01.002" v="475" actId="14100"/>
          <ac:spMkLst>
            <pc:docMk/>
            <pc:sldMk cId="1432103548" sldId="438"/>
            <ac:spMk id="2" creationId="{B119BA57-FFBC-614C-72AA-6E738D1EE330}"/>
          </ac:spMkLst>
        </pc:spChg>
      </pc:sldChg>
      <pc:sldChg chg="modSp">
        <pc:chgData name="giorgia.moschini2@unibo.it" userId="S::urn:spo:guest#giorgia.moschini2@unibo.it::" providerId="AD" clId="Web-{3FE6C54B-6441-D3FE-8E95-F6F9D850B813}" dt="2026-06-24T09:45:16.887" v="309" actId="20577"/>
        <pc:sldMkLst>
          <pc:docMk/>
          <pc:sldMk cId="1898054859" sldId="441"/>
        </pc:sldMkLst>
        <pc:spChg chg="mod">
          <ac:chgData name="giorgia.moschini2@unibo.it" userId="S::urn:spo:guest#giorgia.moschini2@unibo.it::" providerId="AD" clId="Web-{3FE6C54B-6441-D3FE-8E95-F6F9D850B813}" dt="2026-06-24T09:45:16.887" v="309" actId="20577"/>
          <ac:spMkLst>
            <pc:docMk/>
            <pc:sldMk cId="1898054859" sldId="441"/>
            <ac:spMk id="6" creationId="{5CCB1A4E-0031-94CD-2FFF-C2BC97B9DFC4}"/>
          </ac:spMkLst>
        </pc:spChg>
      </pc:sldChg>
      <pc:sldChg chg="modSp">
        <pc:chgData name="giorgia.moschini2@unibo.it" userId="S::urn:spo:guest#giorgia.moschini2@unibo.it::" providerId="AD" clId="Web-{3FE6C54B-6441-D3FE-8E95-F6F9D850B813}" dt="2026-06-24T11:17:35.616" v="425" actId="20577"/>
        <pc:sldMkLst>
          <pc:docMk/>
          <pc:sldMk cId="2612929003" sldId="442"/>
        </pc:sldMkLst>
        <pc:spChg chg="mod">
          <ac:chgData name="giorgia.moschini2@unibo.it" userId="S::urn:spo:guest#giorgia.moschini2@unibo.it::" providerId="AD" clId="Web-{3FE6C54B-6441-D3FE-8E95-F6F9D850B813}" dt="2026-06-24T11:17:35.616" v="425" actId="20577"/>
          <ac:spMkLst>
            <pc:docMk/>
            <pc:sldMk cId="2612929003" sldId="442"/>
            <ac:spMk id="6" creationId="{69C6CB00-DDAD-653C-F559-E3451EAD14E6}"/>
          </ac:spMkLst>
        </pc:spChg>
      </pc:sldChg>
      <pc:sldChg chg="modSp">
        <pc:chgData name="giorgia.moschini2@unibo.it" userId="S::urn:spo:guest#giorgia.moschini2@unibo.it::" providerId="AD" clId="Web-{3FE6C54B-6441-D3FE-8E95-F6F9D850B813}" dt="2026-06-24T11:25:04.338" v="727" actId="20577"/>
        <pc:sldMkLst>
          <pc:docMk/>
          <pc:sldMk cId="1449470426" sldId="444"/>
        </pc:sldMkLst>
        <pc:spChg chg="mod">
          <ac:chgData name="giorgia.moschini2@unibo.it" userId="S::urn:spo:guest#giorgia.moschini2@unibo.it::" providerId="AD" clId="Web-{3FE6C54B-6441-D3FE-8E95-F6F9D850B813}" dt="2026-06-24T11:24:53.353" v="702" actId="1076"/>
          <ac:spMkLst>
            <pc:docMk/>
            <pc:sldMk cId="1449470426" sldId="444"/>
            <ac:spMk id="2" creationId="{DD4D9ED9-B885-4522-C7EE-E029CDF9BC55}"/>
          </ac:spMkLst>
        </pc:spChg>
        <pc:spChg chg="mod">
          <ac:chgData name="giorgia.moschini2@unibo.it" userId="S::urn:spo:guest#giorgia.moschini2@unibo.it::" providerId="AD" clId="Web-{3FE6C54B-6441-D3FE-8E95-F6F9D850B813}" dt="2026-06-24T11:25:04.338" v="727" actId="20577"/>
          <ac:spMkLst>
            <pc:docMk/>
            <pc:sldMk cId="1449470426" sldId="444"/>
            <ac:spMk id="6" creationId="{7F8E00C5-B95F-D6A4-96C8-1856A9813F65}"/>
          </ac:spMkLst>
        </pc:spChg>
      </pc:sldChg>
      <pc:sldChg chg="addSp delSp modSp">
        <pc:chgData name="giorgia.moschini2@unibo.it" userId="S::urn:spo:guest#giorgia.moschini2@unibo.it::" providerId="AD" clId="Web-{3FE6C54B-6441-D3FE-8E95-F6F9D850B813}" dt="2026-06-24T11:37:28.020" v="1135" actId="20577"/>
        <pc:sldMkLst>
          <pc:docMk/>
          <pc:sldMk cId="2634960672" sldId="445"/>
        </pc:sldMkLst>
        <pc:spChg chg="mod">
          <ac:chgData name="giorgia.moschini2@unibo.it" userId="S::urn:spo:guest#giorgia.moschini2@unibo.it::" providerId="AD" clId="Web-{3FE6C54B-6441-D3FE-8E95-F6F9D850B813}" dt="2026-06-24T11:34:21.521" v="1069" actId="14100"/>
          <ac:spMkLst>
            <pc:docMk/>
            <pc:sldMk cId="2634960672" sldId="445"/>
            <ac:spMk id="2" creationId="{90E1F3CF-0657-30C6-1944-6C0217B6CDFA}"/>
          </ac:spMkLst>
        </pc:spChg>
        <pc:spChg chg="mod">
          <ac:chgData name="giorgia.moschini2@unibo.it" userId="S::urn:spo:guest#giorgia.moschini2@unibo.it::" providerId="AD" clId="Web-{3FE6C54B-6441-D3FE-8E95-F6F9D850B813}" dt="2026-06-24T11:28:31.088" v="828" actId="1076"/>
          <ac:spMkLst>
            <pc:docMk/>
            <pc:sldMk cId="2634960672" sldId="445"/>
            <ac:spMk id="6" creationId="{4CF4F3C2-B00E-63BE-C8BF-FAC638A67AFF}"/>
          </ac:spMkLst>
        </pc:spChg>
        <pc:spChg chg="add mod">
          <ac:chgData name="giorgia.moschini2@unibo.it" userId="S::urn:spo:guest#giorgia.moschini2@unibo.it::" providerId="AD" clId="Web-{3FE6C54B-6441-D3FE-8E95-F6F9D850B813}" dt="2026-06-24T11:37:28.020" v="1135" actId="20577"/>
          <ac:spMkLst>
            <pc:docMk/>
            <pc:sldMk cId="2634960672" sldId="445"/>
            <ac:spMk id="8" creationId="{478D43AC-3AAA-5A9C-8C2F-390991A15667}"/>
          </ac:spMkLst>
        </pc:spChg>
        <pc:spChg chg="add mod">
          <ac:chgData name="giorgia.moschini2@unibo.it" userId="S::urn:spo:guest#giorgia.moschini2@unibo.it::" providerId="AD" clId="Web-{3FE6C54B-6441-D3FE-8E95-F6F9D850B813}" dt="2026-06-24T11:28:55.090" v="832" actId="1076"/>
          <ac:spMkLst>
            <pc:docMk/>
            <pc:sldMk cId="2634960672" sldId="445"/>
            <ac:spMk id="10" creationId="{816CFF58-6220-868F-3708-58F61209AC3E}"/>
          </ac:spMkLst>
        </pc:spChg>
        <pc:spChg chg="add mod">
          <ac:chgData name="giorgia.moschini2@unibo.it" userId="S::urn:spo:guest#giorgia.moschini2@unibo.it::" providerId="AD" clId="Web-{3FE6C54B-6441-D3FE-8E95-F6F9D850B813}" dt="2026-06-24T11:28:55.137" v="833" actId="1076"/>
          <ac:spMkLst>
            <pc:docMk/>
            <pc:sldMk cId="2634960672" sldId="445"/>
            <ac:spMk id="12" creationId="{0D47CF09-8843-6975-216F-B0D39899A2F2}"/>
          </ac:spMkLst>
        </pc:spChg>
        <pc:spChg chg="add mod">
          <ac:chgData name="giorgia.moschini2@unibo.it" userId="S::urn:spo:guest#giorgia.moschini2@unibo.it::" providerId="AD" clId="Web-{3FE6C54B-6441-D3FE-8E95-F6F9D850B813}" dt="2026-06-24T11:28:55.168" v="834" actId="1076"/>
          <ac:spMkLst>
            <pc:docMk/>
            <pc:sldMk cId="2634960672" sldId="445"/>
            <ac:spMk id="14" creationId="{205AFEF0-E658-B022-7174-1851F835D37A}"/>
          </ac:spMkLst>
        </pc:spChg>
        <pc:spChg chg="add mod">
          <ac:chgData name="giorgia.moschini2@unibo.it" userId="S::urn:spo:guest#giorgia.moschini2@unibo.it::" providerId="AD" clId="Web-{3FE6C54B-6441-D3FE-8E95-F6F9D850B813}" dt="2026-06-24T11:28:55.200" v="835" actId="1076"/>
          <ac:spMkLst>
            <pc:docMk/>
            <pc:sldMk cId="2634960672" sldId="445"/>
            <ac:spMk id="16" creationId="{FD149365-7BB7-3B4A-B76E-9D106153731C}"/>
          </ac:spMkLst>
        </pc:spChg>
        <pc:spChg chg="add mod">
          <ac:chgData name="giorgia.moschini2@unibo.it" userId="S::urn:spo:guest#giorgia.moschini2@unibo.it::" providerId="AD" clId="Web-{3FE6C54B-6441-D3FE-8E95-F6F9D850B813}" dt="2026-06-24T11:28:55.231" v="836" actId="1076"/>
          <ac:spMkLst>
            <pc:docMk/>
            <pc:sldMk cId="2634960672" sldId="445"/>
            <ac:spMk id="18" creationId="{F460034A-B23E-0225-1FB8-4513AD5D0022}"/>
          </ac:spMkLst>
        </pc:spChg>
        <pc:spChg chg="add">
          <ac:chgData name="giorgia.moschini2@unibo.it" userId="S::urn:spo:guest#giorgia.moschini2@unibo.it::" providerId="AD" clId="Web-{3FE6C54B-6441-D3FE-8E95-F6F9D850B813}" dt="2026-06-24T11:27:04.254" v="765"/>
          <ac:spMkLst>
            <pc:docMk/>
            <pc:sldMk cId="2634960672" sldId="445"/>
            <ac:spMk id="20" creationId="{BB52D667-8137-33BC-C0EE-5244143567D4}"/>
          </ac:spMkLst>
        </pc:spChg>
        <pc:spChg chg="add mod">
          <ac:chgData name="giorgia.moschini2@unibo.it" userId="S::urn:spo:guest#giorgia.moschini2@unibo.it::" providerId="AD" clId="Web-{3FE6C54B-6441-D3FE-8E95-F6F9D850B813}" dt="2026-06-24T11:30:54.381" v="869" actId="1076"/>
          <ac:spMkLst>
            <pc:docMk/>
            <pc:sldMk cId="2634960672" sldId="445"/>
            <ac:spMk id="22" creationId="{13EF67DF-DD30-3EDA-438E-CE25EFB84402}"/>
          </ac:spMkLst>
        </pc:spChg>
        <pc:spChg chg="add mod">
          <ac:chgData name="giorgia.moschini2@unibo.it" userId="S::urn:spo:guest#giorgia.moschini2@unibo.it::" providerId="AD" clId="Web-{3FE6C54B-6441-D3FE-8E95-F6F9D850B813}" dt="2026-06-24T11:37:17.659" v="1121" actId="20577"/>
          <ac:spMkLst>
            <pc:docMk/>
            <pc:sldMk cId="2634960672" sldId="445"/>
            <ac:spMk id="24" creationId="{E8450F87-147C-7F2D-6CB2-753D457A17B1}"/>
          </ac:spMkLst>
        </pc:spChg>
        <pc:spChg chg="add mod">
          <ac:chgData name="giorgia.moschini2@unibo.it" userId="S::urn:spo:guest#giorgia.moschini2@unibo.it::" providerId="AD" clId="Web-{3FE6C54B-6441-D3FE-8E95-F6F9D850B813}" dt="2026-06-24T11:33:41.705" v="1044" actId="1076"/>
          <ac:spMkLst>
            <pc:docMk/>
            <pc:sldMk cId="2634960672" sldId="445"/>
            <ac:spMk id="26" creationId="{6909DB1A-028C-BC55-FE8E-90209CDEB1FA}"/>
          </ac:spMkLst>
        </pc:spChg>
        <pc:spChg chg="add mod">
          <ac:chgData name="giorgia.moschini2@unibo.it" userId="S::urn:spo:guest#giorgia.moschini2@unibo.it::" providerId="AD" clId="Web-{3FE6C54B-6441-D3FE-8E95-F6F9D850B813}" dt="2026-06-24T11:33:20.673" v="1038" actId="20577"/>
          <ac:spMkLst>
            <pc:docMk/>
            <pc:sldMk cId="2634960672" sldId="445"/>
            <ac:spMk id="28" creationId="{6CCD02A1-3F38-212C-888A-B532CCED2A1E}"/>
          </ac:spMkLst>
        </pc:spChg>
        <pc:spChg chg="add">
          <ac:chgData name="giorgia.moschini2@unibo.it" userId="S::urn:spo:guest#giorgia.moschini2@unibo.it::" providerId="AD" clId="Web-{3FE6C54B-6441-D3FE-8E95-F6F9D850B813}" dt="2026-06-24T11:27:04.394" v="770"/>
          <ac:spMkLst>
            <pc:docMk/>
            <pc:sldMk cId="2634960672" sldId="445"/>
            <ac:spMk id="30" creationId="{2B689C9B-F491-C91A-7739-2366F81DE67C}"/>
          </ac:spMkLst>
        </pc:spChg>
        <pc:spChg chg="add mod">
          <ac:chgData name="giorgia.moschini2@unibo.it" userId="S::urn:spo:guest#giorgia.moschini2@unibo.it::" providerId="AD" clId="Web-{3FE6C54B-6441-D3FE-8E95-F6F9D850B813}" dt="2026-06-24T11:35:06.462" v="1076" actId="1076"/>
          <ac:spMkLst>
            <pc:docMk/>
            <pc:sldMk cId="2634960672" sldId="445"/>
            <ac:spMk id="32" creationId="{11DDEECD-D4C5-E105-DA22-D8E57B4DD5AE}"/>
          </ac:spMkLst>
        </pc:spChg>
        <pc:spChg chg="add mod">
          <ac:chgData name="giorgia.moschini2@unibo.it" userId="S::urn:spo:guest#giorgia.moschini2@unibo.it::" providerId="AD" clId="Web-{3FE6C54B-6441-D3FE-8E95-F6F9D850B813}" dt="2026-06-24T11:34:59.086" v="1074" actId="20577"/>
          <ac:spMkLst>
            <pc:docMk/>
            <pc:sldMk cId="2634960672" sldId="445"/>
            <ac:spMk id="34" creationId="{D578910C-0394-C6BA-D254-D551F1431DC4}"/>
          </ac:spMkLst>
        </pc:spChg>
        <pc:spChg chg="add">
          <ac:chgData name="giorgia.moschini2@unibo.it" userId="S::urn:spo:guest#giorgia.moschini2@unibo.it::" providerId="AD" clId="Web-{3FE6C54B-6441-D3FE-8E95-F6F9D850B813}" dt="2026-06-24T11:27:04.504" v="773"/>
          <ac:spMkLst>
            <pc:docMk/>
            <pc:sldMk cId="2634960672" sldId="445"/>
            <ac:spMk id="36" creationId="{A95FB5A6-BA84-6802-A1C9-5B4E7C793179}"/>
          </ac:spMkLst>
        </pc:spChg>
        <pc:spChg chg="add del mod">
          <ac:chgData name="giorgia.moschini2@unibo.it" userId="S::urn:spo:guest#giorgia.moschini2@unibo.it::" providerId="AD" clId="Web-{3FE6C54B-6441-D3FE-8E95-F6F9D850B813}" dt="2026-06-24T11:30:13.690" v="858"/>
          <ac:spMkLst>
            <pc:docMk/>
            <pc:sldMk cId="2634960672" sldId="445"/>
            <ac:spMk id="38" creationId="{F4444722-32C3-7400-E60E-B77B2C9FAF14}"/>
          </ac:spMkLst>
        </pc:spChg>
        <pc:spChg chg="add mod">
          <ac:chgData name="giorgia.moschini2@unibo.it" userId="S::urn:spo:guest#giorgia.moschini2@unibo.it::" providerId="AD" clId="Web-{3FE6C54B-6441-D3FE-8E95-F6F9D850B813}" dt="2026-06-24T11:31:19.007" v="877" actId="20577"/>
          <ac:spMkLst>
            <pc:docMk/>
            <pc:sldMk cId="2634960672" sldId="445"/>
            <ac:spMk id="40" creationId="{39F89AD4-7473-13BB-7981-9B047EA96F96}"/>
          </ac:spMkLst>
        </pc:spChg>
        <pc:spChg chg="add mod">
          <ac:chgData name="giorgia.moschini2@unibo.it" userId="S::urn:spo:guest#giorgia.moschini2@unibo.it::" providerId="AD" clId="Web-{3FE6C54B-6441-D3FE-8E95-F6F9D850B813}" dt="2026-06-24T11:33:23.923" v="1039" actId="1076"/>
          <ac:spMkLst>
            <pc:docMk/>
            <pc:sldMk cId="2634960672" sldId="445"/>
            <ac:spMk id="42" creationId="{87499CB9-C195-C213-CAEE-08A26B83A3AE}"/>
          </ac:spMkLst>
        </pc:spChg>
        <pc:spChg chg="add mod">
          <ac:chgData name="giorgia.moschini2@unibo.it" userId="S::urn:spo:guest#giorgia.moschini2@unibo.it::" providerId="AD" clId="Web-{3FE6C54B-6441-D3FE-8E95-F6F9D850B813}" dt="2026-06-24T11:34:16.724" v="1068" actId="20577"/>
          <ac:spMkLst>
            <pc:docMk/>
            <pc:sldMk cId="2634960672" sldId="445"/>
            <ac:spMk id="44" creationId="{C82FFCA7-BA93-A284-2647-391D0775FE3C}"/>
          </ac:spMkLst>
        </pc:spChg>
        <pc:graphicFrameChg chg="add mod modGraphic">
          <ac:chgData name="giorgia.moschini2@unibo.it" userId="S::urn:spo:guest#giorgia.moschini2@unibo.it::" providerId="AD" clId="Web-{3FE6C54B-6441-D3FE-8E95-F6F9D850B813}" dt="2026-06-24T11:30:21.425" v="861" actId="1076"/>
          <ac:graphicFrameMkLst>
            <pc:docMk/>
            <pc:sldMk cId="2634960672" sldId="445"/>
            <ac:graphicFrameMk id="46" creationId="{6F1A922C-512A-4576-90B5-1562EB74BB6E}"/>
          </ac:graphicFrameMkLst>
        </pc:graphicFrameChg>
        <pc:cxnChg chg="add del">
          <ac:chgData name="giorgia.moschini2@unibo.it" userId="S::urn:spo:guest#giorgia.moschini2@unibo.it::" providerId="AD" clId="Web-{3FE6C54B-6441-D3FE-8E95-F6F9D850B813}" dt="2026-06-24T11:28:26.557" v="827"/>
          <ac:cxnSpMkLst>
            <pc:docMk/>
            <pc:sldMk cId="2634960672" sldId="445"/>
            <ac:cxnSpMk id="5" creationId="{7AAFEFDA-6B5B-4F9F-42E4-E3EC950DB564}"/>
          </ac:cxnSpMkLst>
        </pc:cxnChg>
      </pc:sldChg>
      <pc:sldChg chg="del">
        <pc:chgData name="giorgia.moschini2@unibo.it" userId="S::urn:spo:guest#giorgia.moschini2@unibo.it::" providerId="AD" clId="Web-{3FE6C54B-6441-D3FE-8E95-F6F9D850B813}" dt="2026-06-24T09:38:13.589" v="246"/>
        <pc:sldMkLst>
          <pc:docMk/>
          <pc:sldMk cId="222471835" sldId="454"/>
        </pc:sldMkLst>
      </pc:sldChg>
      <pc:sldChg chg="modSp">
        <pc:chgData name="giorgia.moschini2@unibo.it" userId="S::urn:spo:guest#giorgia.moschini2@unibo.it::" providerId="AD" clId="Web-{3FE6C54B-6441-D3FE-8E95-F6F9D850B813}" dt="2026-06-24T11:38:16.086" v="1220" actId="20577"/>
        <pc:sldMkLst>
          <pc:docMk/>
          <pc:sldMk cId="4025925248" sldId="462"/>
        </pc:sldMkLst>
        <pc:spChg chg="mod">
          <ac:chgData name="giorgia.moschini2@unibo.it" userId="S::urn:spo:guest#giorgia.moschini2@unibo.it::" providerId="AD" clId="Web-{3FE6C54B-6441-D3FE-8E95-F6F9D850B813}" dt="2026-06-24T11:38:16.086" v="1220" actId="20577"/>
          <ac:spMkLst>
            <pc:docMk/>
            <pc:sldMk cId="4025925248" sldId="462"/>
            <ac:spMk id="4" creationId="{9B165F65-0EC6-B72E-A1C3-1B5C02798A93}"/>
          </ac:spMkLst>
        </pc:spChg>
      </pc:sldChg>
      <pc:sldChg chg="addSp delSp modSp new del">
        <pc:chgData name="giorgia.moschini2@unibo.it" userId="S::urn:spo:guest#giorgia.moschini2@unibo.it::" providerId="AD" clId="Web-{3FE6C54B-6441-D3FE-8E95-F6F9D850B813}" dt="2026-06-24T11:39:25.294" v="1224"/>
        <pc:sldMkLst>
          <pc:docMk/>
          <pc:sldMk cId="2259681906" sldId="464"/>
        </pc:sldMkLst>
        <pc:graphicFrameChg chg="add del mod">
          <ac:chgData name="giorgia.moschini2@unibo.it" userId="S::urn:spo:guest#giorgia.moschini2@unibo.it::" providerId="AD" clId="Web-{3FE6C54B-6441-D3FE-8E95-F6F9D850B813}" dt="2026-06-24T11:39:23.685" v="1223"/>
          <ac:graphicFrameMkLst>
            <pc:docMk/>
            <pc:sldMk cId="2259681906" sldId="464"/>
            <ac:graphicFrameMk id="4" creationId="{440F3903-7767-F10B-7750-903A6927B8D2}"/>
          </ac:graphicFrameMkLst>
        </pc:graphicFrameChg>
      </pc:sldChg>
    </pc:docChg>
  </pc:docChgLst>
  <pc:docChgLst>
    <pc:chgData name="giorgia.moschini2@unibo.it" userId="S::urn:spo:guest#giorgia.moschini2@unibo.it::" providerId="AD" clId="Web-{145A3CB4-C61E-2D2F-E005-E50B4D80580D}"/>
    <pc:docChg chg="addSld delSld modSld">
      <pc:chgData name="giorgia.moschini2@unibo.it" userId="S::urn:spo:guest#giorgia.moschini2@unibo.it::" providerId="AD" clId="Web-{145A3CB4-C61E-2D2F-E005-E50B4D80580D}" dt="2026-06-24T11:50:51.103" v="52" actId="1076"/>
      <pc:docMkLst>
        <pc:docMk/>
      </pc:docMkLst>
      <pc:sldChg chg="addSp delSp modSp">
        <pc:chgData name="giorgia.moschini2@unibo.it" userId="S::urn:spo:guest#giorgia.moschini2@unibo.it::" providerId="AD" clId="Web-{145A3CB4-C61E-2D2F-E005-E50B4D80580D}" dt="2026-06-24T11:50:51.103" v="52" actId="1076"/>
        <pc:sldMkLst>
          <pc:docMk/>
          <pc:sldMk cId="2462438760" sldId="429"/>
        </pc:sldMkLst>
        <pc:spChg chg="mod">
          <ac:chgData name="giorgia.moschini2@unibo.it" userId="S::urn:spo:guest#giorgia.moschini2@unibo.it::" providerId="AD" clId="Web-{145A3CB4-C61E-2D2F-E005-E50B4D80580D}" dt="2026-06-24T11:49:18.193" v="3" actId="20577"/>
          <ac:spMkLst>
            <pc:docMk/>
            <pc:sldMk cId="2462438760" sldId="429"/>
            <ac:spMk id="2" creationId="{82E3E652-B692-1789-A23D-C7169DC8A9FE}"/>
          </ac:spMkLst>
        </pc:spChg>
        <pc:spChg chg="add mod">
          <ac:chgData name="giorgia.moschini2@unibo.it" userId="S::urn:spo:guest#giorgia.moschini2@unibo.it::" providerId="AD" clId="Web-{145A3CB4-C61E-2D2F-E005-E50B4D80580D}" dt="2026-06-24T11:50:51.103" v="52" actId="1076"/>
          <ac:spMkLst>
            <pc:docMk/>
            <pc:sldMk cId="2462438760" sldId="429"/>
            <ac:spMk id="8" creationId="{FBFD1343-9330-9C01-D899-0F28FF5DE8E7}"/>
          </ac:spMkLst>
        </pc:spChg>
        <pc:spChg chg="del mod">
          <ac:chgData name="giorgia.moschini2@unibo.it" userId="S::urn:spo:guest#giorgia.moschini2@unibo.it::" providerId="AD" clId="Web-{145A3CB4-C61E-2D2F-E005-E50B4D80580D}" dt="2026-06-24T11:50:14.914" v="13"/>
          <ac:spMkLst>
            <pc:docMk/>
            <pc:sldMk cId="2462438760" sldId="429"/>
            <ac:spMk id="59" creationId="{4E444F3E-E58B-0991-74D1-8571639A13DC}"/>
          </ac:spMkLst>
        </pc:spChg>
      </pc:sldChg>
      <pc:sldChg chg="addSp modSp new del">
        <pc:chgData name="giorgia.moschini2@unibo.it" userId="S::urn:spo:guest#giorgia.moschini2@unibo.it::" providerId="AD" clId="Web-{145A3CB4-C61E-2D2F-E005-E50B4D80580D}" dt="2026-06-24T11:49:41.006" v="7"/>
        <pc:sldMkLst>
          <pc:docMk/>
          <pc:sldMk cId="974188288" sldId="464"/>
        </pc:sldMkLst>
        <pc:spChg chg="add mod">
          <ac:chgData name="giorgia.moschini2@unibo.it" userId="S::urn:spo:guest#giorgia.moschini2@unibo.it::" providerId="AD" clId="Web-{145A3CB4-C61E-2D2F-E005-E50B4D80580D}" dt="2026-06-24T11:49:35.178" v="6" actId="20577"/>
          <ac:spMkLst>
            <pc:docMk/>
            <pc:sldMk cId="974188288" sldId="464"/>
            <ac:spMk id="3" creationId="{D1272CFB-0DAF-BEFF-0F8C-CD995047229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Users\giorgiamoschini\Library\CloudStorage\GoogleDrive-giorgiamoschini12@gmail.com\Il%20mio%20Drive\0-TESI\Dataset%20e%20analisi\Analisi%20e%20grafici_Only%20DBI.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giorgiamoschini\Library\CloudStorage\GoogleDrive-giorgiamoschini12@gmail.com\Il%20mio%20Drive\0-TESI\Dataset%20e%20analisi\Analisi%20e%20grafici_Only%20DBI.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giorgiamoschini\Library\CloudStorage\GoogleDrive-giorgiamoschini12@gmail.com\Il%20mio%20Drive\0-TESI\Dataset%20e%20analisi\Analisi%20e%20grafici_Only%20DBI.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giorgiamoschini\Library\CloudStorage\GoogleDrive-giorgiamoschini12@gmail.com\Il%20mio%20Drive\0-TESI\Dataset%20e%20analisi\Analisi%20e%20grafici_Only%20DBI.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2A344F"/>
                </a:solidFill>
                <a:latin typeface="Montserrat" panose="00000500000000000000" pitchFamily="2" charset="0"/>
                <a:ea typeface="+mn-ea"/>
                <a:cs typeface="+mn-cs"/>
              </a:defRPr>
            </a:pPr>
            <a:r>
              <a:rPr lang="en-US" sz="1400" b="1"/>
              <a:t>Azienda</a:t>
            </a:r>
            <a:r>
              <a:rPr lang="en-US" sz="1400" b="1" baseline="0"/>
              <a:t> x</a:t>
            </a:r>
            <a:endParaRPr lang="en-US" sz="900" b="1"/>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2A344F"/>
              </a:solidFill>
              <a:latin typeface="Montserrat" panose="00000500000000000000" pitchFamily="2" charset="0"/>
              <a:ea typeface="+mn-ea"/>
              <a:cs typeface="+mn-cs"/>
            </a:defRPr>
          </a:pPr>
          <a:endParaRPr lang="en-US"/>
        </a:p>
      </c:txPr>
    </c:title>
    <c:autoTitleDeleted val="0"/>
    <c:plotArea>
      <c:layout/>
      <c:radarChart>
        <c:radarStyle val="filled"/>
        <c:varyColors val="0"/>
        <c:ser>
          <c:idx val="0"/>
          <c:order val="0"/>
          <c:tx>
            <c:strRef>
              <c:f>'Radar Sector_POLICY'!$B$2</c:f>
              <c:strCache>
                <c:ptCount val="1"/>
                <c:pt idx="0">
                  <c:v>Apparel &amp; Luxury goods</c:v>
                </c:pt>
              </c:strCache>
            </c:strRef>
          </c:tx>
          <c:spPr>
            <a:solidFill>
              <a:schemeClr val="accent5">
                <a:lumMod val="75000"/>
              </a:schemeClr>
            </a:solidFill>
            <a:ln w="25400">
              <a:solidFill>
                <a:schemeClr val="accent5">
                  <a:lumMod val="75000"/>
                </a:schemeClr>
              </a:solidFill>
            </a:ln>
            <a:effectLst/>
          </c:spPr>
          <c:cat>
            <c:strRef>
              <c:f>'Radar Sector_POLICY'!$C$1:$H$1</c:f>
              <c:strCache>
                <c:ptCount val="6"/>
                <c:pt idx="0">
                  <c:v>Supply chain</c:v>
                </c:pt>
                <c:pt idx="1">
                  <c:v>Employees engagement</c:v>
                </c:pt>
                <c:pt idx="2">
                  <c:v> Non-discrimination</c:v>
                </c:pt>
                <c:pt idx="3">
                  <c:v>Employment</c:v>
                </c:pt>
                <c:pt idx="4">
                  <c:v>HR </c:v>
                </c:pt>
                <c:pt idx="5">
                  <c:v>Education and training </c:v>
                </c:pt>
              </c:strCache>
            </c:strRef>
          </c:cat>
          <c:val>
            <c:numRef>
              <c:f>'Radar Sector_POLICY'!$C$2:$H$2</c:f>
              <c:numCache>
                <c:formatCode>_(* #,##0.00_);_(* \(#,##0.00\);_(* "-"??_);_(@_)</c:formatCode>
                <c:ptCount val="6"/>
                <c:pt idx="0">
                  <c:v>1.9090909090909101</c:v>
                </c:pt>
                <c:pt idx="1">
                  <c:v>1.6363636363636365</c:v>
                </c:pt>
                <c:pt idx="2">
                  <c:v>0.36363636363636365</c:v>
                </c:pt>
                <c:pt idx="3">
                  <c:v>3.2727272727272698</c:v>
                </c:pt>
                <c:pt idx="4">
                  <c:v>3.1818181818181799</c:v>
                </c:pt>
                <c:pt idx="5">
                  <c:v>3.6363636363636398</c:v>
                </c:pt>
              </c:numCache>
            </c:numRef>
          </c:val>
          <c:extLst>
            <c:ext xmlns:c16="http://schemas.microsoft.com/office/drawing/2014/chart" uri="{C3380CC4-5D6E-409C-BE32-E72D297353CC}">
              <c16:uniqueId val="{00000000-5D42-124D-BD09-CC55AC2F0B04}"/>
            </c:ext>
          </c:extLst>
        </c:ser>
        <c:dLbls>
          <c:showLegendKey val="0"/>
          <c:showVal val="0"/>
          <c:showCatName val="0"/>
          <c:showSerName val="0"/>
          <c:showPercent val="0"/>
          <c:showBubbleSize val="0"/>
        </c:dLbls>
        <c:axId val="608455584"/>
        <c:axId val="608458208"/>
      </c:radarChart>
      <c:catAx>
        <c:axId val="608455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rgbClr val="2A344F"/>
                </a:solidFill>
                <a:latin typeface="Montserrat" panose="00000500000000000000" pitchFamily="2" charset="0"/>
                <a:ea typeface="+mn-ea"/>
                <a:cs typeface="+mn-cs"/>
              </a:defRPr>
            </a:pPr>
            <a:endParaRPr lang="it-NL"/>
          </a:p>
        </c:txPr>
        <c:crossAx val="608458208"/>
        <c:crosses val="autoZero"/>
        <c:auto val="1"/>
        <c:lblAlgn val="ctr"/>
        <c:lblOffset val="100"/>
        <c:noMultiLvlLbl val="0"/>
      </c:catAx>
      <c:valAx>
        <c:axId val="608458208"/>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A344F"/>
                </a:solidFill>
                <a:latin typeface="Montserrat" panose="00000500000000000000" pitchFamily="2" charset="0"/>
                <a:ea typeface="+mn-ea"/>
                <a:cs typeface="+mn-cs"/>
              </a:defRPr>
            </a:pPr>
            <a:endParaRPr lang="it-NL"/>
          </a:p>
        </c:txPr>
        <c:crossAx val="608455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2A344F"/>
          </a:solidFill>
          <a:latin typeface="Montserrat" panose="00000500000000000000" pitchFamily="2" charset="0"/>
        </a:defRPr>
      </a:pPr>
      <a:endParaRPr lang="it-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rgbClr val="2A344F"/>
                </a:solidFill>
                <a:latin typeface="Montserrat" panose="00000500000000000000" pitchFamily="2" charset="0"/>
                <a:ea typeface="+mn-ea"/>
                <a:cs typeface="+mn-cs"/>
              </a:defRPr>
            </a:pPr>
            <a:r>
              <a:rPr lang="en-US" sz="1400" b="1"/>
              <a:t>Benchmark</a:t>
            </a:r>
            <a:endParaRPr lang="en-US" b="1"/>
          </a:p>
        </c:rich>
      </c:tx>
      <c:overlay val="0"/>
      <c:spPr>
        <a:noFill/>
        <a:ln>
          <a:noFill/>
        </a:ln>
        <a:effectLst/>
      </c:spPr>
      <c:txPr>
        <a:bodyPr rot="0" spcFirstLastPara="1" vertOverflow="ellipsis" vert="horz" wrap="square" anchor="ctr" anchorCtr="1"/>
        <a:lstStyle/>
        <a:p>
          <a:pPr>
            <a:defRPr sz="1320" b="0" i="0" u="none" strike="noStrike" kern="1200" spc="0" baseline="0">
              <a:solidFill>
                <a:srgbClr val="2A344F"/>
              </a:solidFill>
              <a:latin typeface="Montserrat" panose="00000500000000000000" pitchFamily="2" charset="0"/>
              <a:ea typeface="+mn-ea"/>
              <a:cs typeface="+mn-cs"/>
            </a:defRPr>
          </a:pPr>
          <a:endParaRPr lang="en-US"/>
        </a:p>
      </c:txPr>
    </c:title>
    <c:autoTitleDeleted val="0"/>
    <c:plotArea>
      <c:layout/>
      <c:radarChart>
        <c:radarStyle val="filled"/>
        <c:varyColors val="0"/>
        <c:ser>
          <c:idx val="0"/>
          <c:order val="0"/>
          <c:tx>
            <c:strRef>
              <c:f>'Radar Sector_POLICY'!$B$3</c:f>
              <c:strCache>
                <c:ptCount val="1"/>
                <c:pt idx="0">
                  <c:v>Automotive</c:v>
                </c:pt>
              </c:strCache>
            </c:strRef>
          </c:tx>
          <c:spPr>
            <a:solidFill>
              <a:schemeClr val="accent5">
                <a:lumMod val="75000"/>
              </a:schemeClr>
            </a:solidFill>
            <a:ln w="25400">
              <a:solidFill>
                <a:schemeClr val="accent5">
                  <a:lumMod val="75000"/>
                </a:schemeClr>
              </a:solidFill>
            </a:ln>
            <a:effectLst/>
          </c:spPr>
          <c:cat>
            <c:strRef>
              <c:f>'Radar Sector_POLICY'!$C$1:$H$1</c:f>
              <c:strCache>
                <c:ptCount val="6"/>
                <c:pt idx="0">
                  <c:v>Supply chain</c:v>
                </c:pt>
                <c:pt idx="1">
                  <c:v>Employees engagement</c:v>
                </c:pt>
                <c:pt idx="2">
                  <c:v> Non-discrimination</c:v>
                </c:pt>
                <c:pt idx="3">
                  <c:v>Employment</c:v>
                </c:pt>
                <c:pt idx="4">
                  <c:v>HR </c:v>
                </c:pt>
                <c:pt idx="5">
                  <c:v>Education and training </c:v>
                </c:pt>
              </c:strCache>
            </c:strRef>
          </c:cat>
          <c:val>
            <c:numRef>
              <c:f>'Radar Sector_POLICY'!$C$3:$H$3</c:f>
              <c:numCache>
                <c:formatCode>_(* #,##0.00_);_(* \(#,##0.00\);_(* "-"??_);_(@_)</c:formatCode>
                <c:ptCount val="6"/>
                <c:pt idx="0">
                  <c:v>4</c:v>
                </c:pt>
                <c:pt idx="1">
                  <c:v>2</c:v>
                </c:pt>
                <c:pt idx="2">
                  <c:v>0</c:v>
                </c:pt>
                <c:pt idx="3">
                  <c:v>2</c:v>
                </c:pt>
                <c:pt idx="4">
                  <c:v>3</c:v>
                </c:pt>
                <c:pt idx="5">
                  <c:v>3</c:v>
                </c:pt>
              </c:numCache>
            </c:numRef>
          </c:val>
          <c:extLst>
            <c:ext xmlns:c16="http://schemas.microsoft.com/office/drawing/2014/chart" uri="{C3380CC4-5D6E-409C-BE32-E72D297353CC}">
              <c16:uniqueId val="{00000000-9819-6F4D-9071-F5B9CE9E1A36}"/>
            </c:ext>
          </c:extLst>
        </c:ser>
        <c:dLbls>
          <c:showLegendKey val="0"/>
          <c:showVal val="0"/>
          <c:showCatName val="0"/>
          <c:showSerName val="0"/>
          <c:showPercent val="0"/>
          <c:showBubbleSize val="0"/>
        </c:dLbls>
        <c:axId val="608455584"/>
        <c:axId val="608458208"/>
      </c:radarChart>
      <c:catAx>
        <c:axId val="608455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2A344F"/>
                </a:solidFill>
                <a:latin typeface="Montserrat" panose="00000500000000000000" pitchFamily="2" charset="0"/>
                <a:ea typeface="+mn-ea"/>
                <a:cs typeface="+mn-cs"/>
              </a:defRPr>
            </a:pPr>
            <a:endParaRPr lang="it-NL"/>
          </a:p>
        </c:txPr>
        <c:crossAx val="608458208"/>
        <c:crosses val="autoZero"/>
        <c:auto val="1"/>
        <c:lblAlgn val="ctr"/>
        <c:lblOffset val="100"/>
        <c:noMultiLvlLbl val="0"/>
      </c:catAx>
      <c:valAx>
        <c:axId val="608458208"/>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2A344F"/>
                </a:solidFill>
                <a:latin typeface="Montserrat" panose="00000500000000000000" pitchFamily="2" charset="0"/>
                <a:ea typeface="+mn-ea"/>
                <a:cs typeface="+mn-cs"/>
              </a:defRPr>
            </a:pPr>
            <a:endParaRPr lang="it-NL"/>
          </a:p>
        </c:txPr>
        <c:crossAx val="608455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solidFill>
            <a:srgbClr val="2A344F"/>
          </a:solidFill>
          <a:latin typeface="Montserrat" panose="00000500000000000000" pitchFamily="2" charset="0"/>
        </a:defRPr>
      </a:pPr>
      <a:endParaRPr lang="it-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2A344F"/>
                </a:solidFill>
                <a:latin typeface="Montserrat" panose="00000500000000000000" pitchFamily="2" charset="0"/>
                <a:ea typeface="+mn-ea"/>
                <a:cs typeface="+mn-cs"/>
              </a:defRPr>
            </a:pPr>
            <a:r>
              <a:rPr lang="en-US" sz="1800" b="1"/>
              <a:t>Azienda x</a:t>
            </a:r>
            <a:endParaRPr lang="en-US" sz="1050" b="1"/>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2A344F"/>
              </a:solidFill>
              <a:latin typeface="Montserrat" panose="00000500000000000000" pitchFamily="2" charset="0"/>
              <a:ea typeface="+mn-ea"/>
              <a:cs typeface="+mn-cs"/>
            </a:defRPr>
          </a:pPr>
          <a:endParaRPr lang="en-US"/>
        </a:p>
      </c:txPr>
    </c:title>
    <c:autoTitleDeleted val="0"/>
    <c:plotArea>
      <c:layout/>
      <c:radarChart>
        <c:radarStyle val="filled"/>
        <c:varyColors val="0"/>
        <c:ser>
          <c:idx val="0"/>
          <c:order val="0"/>
          <c:tx>
            <c:strRef>
              <c:f>Grade_sector!$B$25</c:f>
              <c:strCache>
                <c:ptCount val="1"/>
                <c:pt idx="0">
                  <c:v>Spotify</c:v>
                </c:pt>
              </c:strCache>
            </c:strRef>
          </c:tx>
          <c:spPr>
            <a:solidFill>
              <a:schemeClr val="accent1"/>
            </a:solidFill>
            <a:ln>
              <a:noFill/>
            </a:ln>
            <a:effectLst/>
          </c:spPr>
          <c:cat>
            <c:strRef>
              <c:f>Grade_sector!$C$1:$I$1</c:f>
              <c:strCache>
                <c:ptCount val="7"/>
                <c:pt idx="0">
                  <c:v>Religion/ Beliefs_new</c:v>
                </c:pt>
                <c:pt idx="1">
                  <c:v>Disability_new</c:v>
                </c:pt>
                <c:pt idx="2">
                  <c:v>Age_new</c:v>
                </c:pt>
                <c:pt idx="3">
                  <c:v>Ethnicity_new</c:v>
                </c:pt>
                <c:pt idx="4">
                  <c:v>Gender_new</c:v>
                </c:pt>
                <c:pt idx="5">
                  <c:v>LGBTQIA+_new</c:v>
                </c:pt>
                <c:pt idx="6">
                  <c:v>Socio-economic status_new</c:v>
                </c:pt>
              </c:strCache>
            </c:strRef>
          </c:cat>
          <c:val>
            <c:numRef>
              <c:f>Grade_sector!$C$25:$I$25</c:f>
              <c:numCache>
                <c:formatCode>_(* #,##0.00_);_(* \(#,##0.00\);_(* "-"??_);_(@_)</c:formatCode>
                <c:ptCount val="7"/>
                <c:pt idx="0">
                  <c:v>1</c:v>
                </c:pt>
                <c:pt idx="1">
                  <c:v>4</c:v>
                </c:pt>
                <c:pt idx="2">
                  <c:v>1</c:v>
                </c:pt>
                <c:pt idx="3">
                  <c:v>4</c:v>
                </c:pt>
                <c:pt idx="4">
                  <c:v>3</c:v>
                </c:pt>
                <c:pt idx="5">
                  <c:v>3</c:v>
                </c:pt>
                <c:pt idx="6">
                  <c:v>1</c:v>
                </c:pt>
              </c:numCache>
            </c:numRef>
          </c:val>
          <c:extLst>
            <c:ext xmlns:c16="http://schemas.microsoft.com/office/drawing/2014/chart" uri="{C3380CC4-5D6E-409C-BE32-E72D297353CC}">
              <c16:uniqueId val="{00000000-5D88-F346-95C5-775EA8323C86}"/>
            </c:ext>
          </c:extLst>
        </c:ser>
        <c:dLbls>
          <c:showLegendKey val="0"/>
          <c:showVal val="0"/>
          <c:showCatName val="0"/>
          <c:showSerName val="0"/>
          <c:showPercent val="0"/>
          <c:showBubbleSize val="0"/>
        </c:dLbls>
        <c:axId val="608455584"/>
        <c:axId val="608458208"/>
      </c:radarChart>
      <c:catAx>
        <c:axId val="608455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A344F"/>
                </a:solidFill>
                <a:latin typeface="Montserrat" panose="00000500000000000000" pitchFamily="2" charset="0"/>
                <a:ea typeface="+mn-ea"/>
                <a:cs typeface="+mn-cs"/>
              </a:defRPr>
            </a:pPr>
            <a:endParaRPr lang="it-NL"/>
          </a:p>
        </c:txPr>
        <c:crossAx val="608458208"/>
        <c:crosses val="autoZero"/>
        <c:auto val="1"/>
        <c:lblAlgn val="ctr"/>
        <c:lblOffset val="100"/>
        <c:noMultiLvlLbl val="0"/>
      </c:catAx>
      <c:valAx>
        <c:axId val="608458208"/>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A344F"/>
                </a:solidFill>
                <a:latin typeface="Montserrat" panose="00000500000000000000" pitchFamily="2" charset="0"/>
                <a:ea typeface="+mn-ea"/>
                <a:cs typeface="+mn-cs"/>
              </a:defRPr>
            </a:pPr>
            <a:endParaRPr lang="it-NL"/>
          </a:p>
        </c:txPr>
        <c:crossAx val="608455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2A344F"/>
          </a:solidFill>
          <a:latin typeface="Montserrat" panose="00000500000000000000" pitchFamily="2" charset="0"/>
        </a:defRPr>
      </a:pPr>
      <a:endParaRPr lang="it-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2A344F"/>
                </a:solidFill>
                <a:latin typeface="Montserrat" panose="00000500000000000000" pitchFamily="2" charset="0"/>
                <a:ea typeface="+mn-ea"/>
                <a:cs typeface="+mn-cs"/>
              </a:defRPr>
            </a:pPr>
            <a:r>
              <a:rPr lang="en-US" sz="1800"/>
              <a:t>Benchmark</a:t>
            </a:r>
            <a:endParaRPr lang="en-US" sz="900"/>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2A344F"/>
              </a:solidFill>
              <a:latin typeface="Montserrat" panose="00000500000000000000" pitchFamily="2" charset="0"/>
              <a:ea typeface="+mn-ea"/>
              <a:cs typeface="+mn-cs"/>
            </a:defRPr>
          </a:pPr>
          <a:endParaRPr lang="en-US"/>
        </a:p>
      </c:txPr>
    </c:title>
    <c:autoTitleDeleted val="0"/>
    <c:plotArea>
      <c:layout/>
      <c:radarChart>
        <c:radarStyle val="filled"/>
        <c:varyColors val="0"/>
        <c:ser>
          <c:idx val="0"/>
          <c:order val="0"/>
          <c:tx>
            <c:strRef>
              <c:f>Grade_sector!$B$21</c:f>
              <c:strCache>
                <c:ptCount val="1"/>
                <c:pt idx="0">
                  <c:v>Procter &amp; Gamble (Pantene)</c:v>
                </c:pt>
              </c:strCache>
            </c:strRef>
          </c:tx>
          <c:spPr>
            <a:solidFill>
              <a:srgbClr val="0070C0">
                <a:alpha val="50000"/>
              </a:srgbClr>
            </a:solidFill>
            <a:ln w="19050">
              <a:solidFill>
                <a:srgbClr val="0070C0"/>
              </a:solidFill>
            </a:ln>
            <a:effectLst/>
          </c:spPr>
          <c:cat>
            <c:strRef>
              <c:f>Grade_sector!$C$1:$I$1</c:f>
              <c:strCache>
                <c:ptCount val="7"/>
                <c:pt idx="0">
                  <c:v>Religion/ Beliefs_new</c:v>
                </c:pt>
                <c:pt idx="1">
                  <c:v>Disability_new</c:v>
                </c:pt>
                <c:pt idx="2">
                  <c:v>Age_new</c:v>
                </c:pt>
                <c:pt idx="3">
                  <c:v>Ethnicity_new</c:v>
                </c:pt>
                <c:pt idx="4">
                  <c:v>Gender_new</c:v>
                </c:pt>
                <c:pt idx="5">
                  <c:v>LGBTQIA+_new</c:v>
                </c:pt>
                <c:pt idx="6">
                  <c:v>Socio-economic status_new</c:v>
                </c:pt>
              </c:strCache>
            </c:strRef>
          </c:cat>
          <c:val>
            <c:numRef>
              <c:f>Grade_sector!$C$21:$I$21</c:f>
              <c:numCache>
                <c:formatCode>_(* #,##0.00_);_(* \(#,##0.00\);_(* "-"??_);_(@_)</c:formatCode>
                <c:ptCount val="7"/>
                <c:pt idx="0">
                  <c:v>1</c:v>
                </c:pt>
                <c:pt idx="1">
                  <c:v>4</c:v>
                </c:pt>
                <c:pt idx="2">
                  <c:v>2</c:v>
                </c:pt>
                <c:pt idx="3">
                  <c:v>3</c:v>
                </c:pt>
                <c:pt idx="4">
                  <c:v>2</c:v>
                </c:pt>
                <c:pt idx="5">
                  <c:v>2</c:v>
                </c:pt>
                <c:pt idx="6">
                  <c:v>1</c:v>
                </c:pt>
              </c:numCache>
            </c:numRef>
          </c:val>
          <c:extLst>
            <c:ext xmlns:c16="http://schemas.microsoft.com/office/drawing/2014/chart" uri="{C3380CC4-5D6E-409C-BE32-E72D297353CC}">
              <c16:uniqueId val="{00000000-5E3A-9D4D-94FE-E4DA51700A92}"/>
            </c:ext>
          </c:extLst>
        </c:ser>
        <c:dLbls>
          <c:showLegendKey val="0"/>
          <c:showVal val="0"/>
          <c:showCatName val="0"/>
          <c:showSerName val="0"/>
          <c:showPercent val="0"/>
          <c:showBubbleSize val="0"/>
        </c:dLbls>
        <c:axId val="608455584"/>
        <c:axId val="608458208"/>
      </c:radarChart>
      <c:catAx>
        <c:axId val="608455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A344F"/>
                </a:solidFill>
                <a:latin typeface="Montserrat" panose="00000500000000000000" pitchFamily="2" charset="0"/>
                <a:ea typeface="+mn-ea"/>
                <a:cs typeface="+mn-cs"/>
              </a:defRPr>
            </a:pPr>
            <a:endParaRPr lang="it-NL"/>
          </a:p>
        </c:txPr>
        <c:crossAx val="608458208"/>
        <c:crosses val="autoZero"/>
        <c:auto val="1"/>
        <c:lblAlgn val="ctr"/>
        <c:lblOffset val="100"/>
        <c:noMultiLvlLbl val="0"/>
      </c:catAx>
      <c:valAx>
        <c:axId val="608458208"/>
        <c:scaling>
          <c:orientation val="minMax"/>
        </c:scaling>
        <c:delete val="0"/>
        <c:axPos val="l"/>
        <c:majorGridlines>
          <c:spPr>
            <a:ln w="9525" cap="flat" cmpd="sng" algn="ctr">
              <a:solidFill>
                <a:schemeClr val="tx1">
                  <a:lumMod val="15000"/>
                  <a:lumOff val="85000"/>
                </a:schemeClr>
              </a:solidFill>
              <a:round/>
            </a:ln>
            <a:effectLst/>
          </c:spPr>
        </c:majorGridlines>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A344F"/>
                </a:solidFill>
                <a:latin typeface="Montserrat" panose="00000500000000000000" pitchFamily="2" charset="0"/>
                <a:ea typeface="+mn-ea"/>
                <a:cs typeface="+mn-cs"/>
              </a:defRPr>
            </a:pPr>
            <a:endParaRPr lang="it-NL"/>
          </a:p>
        </c:txPr>
        <c:crossAx val="6084555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2A344F"/>
          </a:solidFill>
          <a:latin typeface="Montserrat" panose="00000500000000000000" pitchFamily="2" charset="0"/>
        </a:defRPr>
      </a:pPr>
      <a:endParaRPr lang="it-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9E_210679BB.xml><?xml version="1.0" encoding="utf-8"?>
<p188:cmLst xmlns:a="http://schemas.openxmlformats.org/drawingml/2006/main" xmlns:r="http://schemas.openxmlformats.org/officeDocument/2006/relationships" xmlns:p188="http://schemas.microsoft.com/office/powerpoint/2018/8/main">
  <p188:cm id="{848C0392-9B7A-3947-B2B6-B21D34CC52A3}" authorId="{F9E9123D-6239-442A-C410-6427562E63E5}" created="2026-05-29T12:14:45.518">
    <pc:sldMkLst xmlns:pc="http://schemas.microsoft.com/office/powerpoint/2013/main/command">
      <pc:docMk/>
      <pc:sldMk cId="554072507" sldId="414"/>
    </pc:sldMkLst>
    <p188:txBody>
      <a:bodyPr/>
      <a:lstStyle/>
      <a:p>
        <a:r>
          <a:rPr lang="en-GB"/>
          <a:t>questo è un radar complessivo, si potrebbero fare per ciascuna categoria. Inoltre, anche qui si potrebbero aggiungere i commenti per ciascun sottogruppo. da validare quale rappresentazione grafica è la più chiara e intuitiva</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6792-8976-73D1-6A26-7FC360B9B08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43D7DCDB-CED7-6167-0131-7C8ED04161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C5CCC083-42C6-B790-A7A5-06F04EC39C3F}"/>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5" name="Footer Placeholder 4">
            <a:extLst>
              <a:ext uri="{FF2B5EF4-FFF2-40B4-BE49-F238E27FC236}">
                <a16:creationId xmlns:a16="http://schemas.microsoft.com/office/drawing/2014/main" id="{7BB429BC-6572-86FD-54A8-07E9D5027A87}"/>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00FDDB37-F578-F899-8078-D3AF0390DB01}"/>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1308760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3F561-6AA1-EE64-1031-43D93A0F6100}"/>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B0B52B81-4CE6-463C-27A9-8100AAE78C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131D270C-DDF9-76A2-3BE1-2FEB18E6FD81}"/>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5" name="Footer Placeholder 4">
            <a:extLst>
              <a:ext uri="{FF2B5EF4-FFF2-40B4-BE49-F238E27FC236}">
                <a16:creationId xmlns:a16="http://schemas.microsoft.com/office/drawing/2014/main" id="{72397283-DF14-08C6-281B-B989B67DAE52}"/>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8F433758-B801-DBF4-5778-E06B214FC56C}"/>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412687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31420-764F-9E4B-3F7F-D6F37636D17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A2B80EBA-96BB-DBD5-B83B-D202DD0A44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7C9AB3A-FA2F-6945-D35B-04742F5D21F2}"/>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5" name="Footer Placeholder 4">
            <a:extLst>
              <a:ext uri="{FF2B5EF4-FFF2-40B4-BE49-F238E27FC236}">
                <a16:creationId xmlns:a16="http://schemas.microsoft.com/office/drawing/2014/main" id="{D7AA3012-22AD-613E-1322-3EE060874FFD}"/>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B8FCE2A4-6524-7D70-E0AA-4E69BE1D46E4}"/>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35825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589C-61A1-1FAC-620C-06523F041009}"/>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CA13CDF1-AD14-C99C-BDD7-459F1092E4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16EFB607-5FB2-F162-16D7-8C8A21B2318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813321A8-507E-6B14-B703-75270E65F18C}"/>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6" name="Footer Placeholder 5">
            <a:extLst>
              <a:ext uri="{FF2B5EF4-FFF2-40B4-BE49-F238E27FC236}">
                <a16:creationId xmlns:a16="http://schemas.microsoft.com/office/drawing/2014/main" id="{CDD42E4C-E3A4-1104-E4B2-7BF21CEA4DBA}"/>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26AB0A18-412B-4B03-FC05-6C07985E1BA8}"/>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2188790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2993-25A2-4EAE-23A5-27BDBFCD5497}"/>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7B1DB73A-D6BD-60AA-E205-5A24AE8A13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515ECCF-CF59-6476-B0F5-39402A77240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669495B6-A882-0716-88AF-9AD8FC9DAC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EBC8904-DFAF-72A5-6FB3-B9A5D65DE5E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C99188E6-B8D3-FF23-7AEB-7831EEE33D07}"/>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8" name="Footer Placeholder 7">
            <a:extLst>
              <a:ext uri="{FF2B5EF4-FFF2-40B4-BE49-F238E27FC236}">
                <a16:creationId xmlns:a16="http://schemas.microsoft.com/office/drawing/2014/main" id="{A25BAF04-6C47-9A85-D8F8-E8B7EC6BE221}"/>
              </a:ext>
            </a:extLst>
          </p:cNvPr>
          <p:cNvSpPr>
            <a:spLocks noGrp="1"/>
          </p:cNvSpPr>
          <p:nvPr>
            <p:ph type="ftr" sz="quarter" idx="11"/>
          </p:nvPr>
        </p:nvSpPr>
        <p:spPr/>
        <p:txBody>
          <a:bodyPr/>
          <a:lstStyle/>
          <a:p>
            <a:endParaRPr lang="en-IT"/>
          </a:p>
        </p:txBody>
      </p:sp>
      <p:sp>
        <p:nvSpPr>
          <p:cNvPr id="9" name="Slide Number Placeholder 8">
            <a:extLst>
              <a:ext uri="{FF2B5EF4-FFF2-40B4-BE49-F238E27FC236}">
                <a16:creationId xmlns:a16="http://schemas.microsoft.com/office/drawing/2014/main" id="{09A392FA-28C7-65BF-6A69-2B73EC4043A0}"/>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1619322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0D6C-C970-1352-950A-F2BEFBB9C607}"/>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DFD01E77-8768-1310-A9B7-2D2BE94A54B5}"/>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4" name="Footer Placeholder 3">
            <a:extLst>
              <a:ext uri="{FF2B5EF4-FFF2-40B4-BE49-F238E27FC236}">
                <a16:creationId xmlns:a16="http://schemas.microsoft.com/office/drawing/2014/main" id="{71D84EA9-1748-B42D-7383-EBFF9BBFBA96}"/>
              </a:ext>
            </a:extLst>
          </p:cNvPr>
          <p:cNvSpPr>
            <a:spLocks noGrp="1"/>
          </p:cNvSpPr>
          <p:nvPr>
            <p:ph type="ftr" sz="quarter" idx="11"/>
          </p:nvPr>
        </p:nvSpPr>
        <p:spPr/>
        <p:txBody>
          <a:bodyPr/>
          <a:lstStyle/>
          <a:p>
            <a:endParaRPr lang="en-IT"/>
          </a:p>
        </p:txBody>
      </p:sp>
      <p:sp>
        <p:nvSpPr>
          <p:cNvPr id="5" name="Slide Number Placeholder 4">
            <a:extLst>
              <a:ext uri="{FF2B5EF4-FFF2-40B4-BE49-F238E27FC236}">
                <a16:creationId xmlns:a16="http://schemas.microsoft.com/office/drawing/2014/main" id="{C5A09A85-BE5A-29B8-526C-97F923671C2F}"/>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778710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3E6576-326C-97AA-C518-180077A205DE}"/>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3" name="Footer Placeholder 2">
            <a:extLst>
              <a:ext uri="{FF2B5EF4-FFF2-40B4-BE49-F238E27FC236}">
                <a16:creationId xmlns:a16="http://schemas.microsoft.com/office/drawing/2014/main" id="{732B71DB-2A68-C7CA-F519-1DCD1A854EEC}"/>
              </a:ext>
            </a:extLst>
          </p:cNvPr>
          <p:cNvSpPr>
            <a:spLocks noGrp="1"/>
          </p:cNvSpPr>
          <p:nvPr>
            <p:ph type="ftr" sz="quarter" idx="11"/>
          </p:nvPr>
        </p:nvSpPr>
        <p:spPr/>
        <p:txBody>
          <a:bodyPr/>
          <a:lstStyle/>
          <a:p>
            <a:endParaRPr lang="en-IT"/>
          </a:p>
        </p:txBody>
      </p:sp>
      <p:sp>
        <p:nvSpPr>
          <p:cNvPr id="4" name="Slide Number Placeholder 3">
            <a:extLst>
              <a:ext uri="{FF2B5EF4-FFF2-40B4-BE49-F238E27FC236}">
                <a16:creationId xmlns:a16="http://schemas.microsoft.com/office/drawing/2014/main" id="{D508F570-3EE8-5A7E-53BC-ADE93E715AD3}"/>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5872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7BF63-ECC4-0541-3142-50097B0BB42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C29B4336-E577-363D-F47E-F16CB7792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E5A0ED55-65F5-A55E-E8AB-523760B17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F59473A-4927-F25A-E1A8-ECABD07B2A55}"/>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6" name="Footer Placeholder 5">
            <a:extLst>
              <a:ext uri="{FF2B5EF4-FFF2-40B4-BE49-F238E27FC236}">
                <a16:creationId xmlns:a16="http://schemas.microsoft.com/office/drawing/2014/main" id="{6FCDB4EE-6630-1A7F-F43F-A7BA4368072C}"/>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F14BE816-51FC-A00B-F143-1E352553C04C}"/>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902212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AE8C-F8CA-20E7-528C-0316EC9255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6F188BB0-2840-F7A1-C824-321E33D7AD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8D200226-899A-641F-C3FD-53D8AAFEA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F5BB06-94A5-0989-C57D-5E5669D8623A}"/>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6" name="Footer Placeholder 5">
            <a:extLst>
              <a:ext uri="{FF2B5EF4-FFF2-40B4-BE49-F238E27FC236}">
                <a16:creationId xmlns:a16="http://schemas.microsoft.com/office/drawing/2014/main" id="{3C1CD39B-7A37-5FF5-A910-52392D706410}"/>
              </a:ext>
            </a:extLst>
          </p:cNvPr>
          <p:cNvSpPr>
            <a:spLocks noGrp="1"/>
          </p:cNvSpPr>
          <p:nvPr>
            <p:ph type="ftr" sz="quarter" idx="11"/>
          </p:nvPr>
        </p:nvSpPr>
        <p:spPr/>
        <p:txBody>
          <a:bodyPr/>
          <a:lstStyle/>
          <a:p>
            <a:endParaRPr lang="en-IT"/>
          </a:p>
        </p:txBody>
      </p:sp>
      <p:sp>
        <p:nvSpPr>
          <p:cNvPr id="7" name="Slide Number Placeholder 6">
            <a:extLst>
              <a:ext uri="{FF2B5EF4-FFF2-40B4-BE49-F238E27FC236}">
                <a16:creationId xmlns:a16="http://schemas.microsoft.com/office/drawing/2014/main" id="{701DCB64-5805-22E9-2E56-A3D81C7FB60C}"/>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47913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91698-C362-6CAE-C35A-C5ADAEE9839A}"/>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30DA5546-342C-3FF9-EC19-90F4D615E7A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6D888772-DD17-0ECA-7379-D19FEA92253B}"/>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5" name="Footer Placeholder 4">
            <a:extLst>
              <a:ext uri="{FF2B5EF4-FFF2-40B4-BE49-F238E27FC236}">
                <a16:creationId xmlns:a16="http://schemas.microsoft.com/office/drawing/2014/main" id="{7E358806-6BBD-CABC-8D8E-2809DEB80D04}"/>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1C81D48A-114B-3BCB-1DAF-74226CAD507C}"/>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4235754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8AAF50-0815-929C-88E6-DBC213F514A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1576724D-4D85-55AF-5EC0-79560F12F3E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4F682019-D1D7-96A1-C60E-664EDB99B32B}"/>
              </a:ext>
            </a:extLst>
          </p:cNvPr>
          <p:cNvSpPr>
            <a:spLocks noGrp="1"/>
          </p:cNvSpPr>
          <p:nvPr>
            <p:ph type="dt" sz="half" idx="10"/>
          </p:nvPr>
        </p:nvSpPr>
        <p:spPr/>
        <p:txBody>
          <a:bodyPr/>
          <a:lstStyle/>
          <a:p>
            <a:fld id="{867B0DC2-B746-B74B-9B22-68EC3F6B7B58}" type="datetimeFigureOut">
              <a:rPr lang="en-IT" smtClean="0"/>
              <a:t>25/06/26</a:t>
            </a:fld>
            <a:endParaRPr lang="en-IT"/>
          </a:p>
        </p:txBody>
      </p:sp>
      <p:sp>
        <p:nvSpPr>
          <p:cNvPr id="5" name="Footer Placeholder 4">
            <a:extLst>
              <a:ext uri="{FF2B5EF4-FFF2-40B4-BE49-F238E27FC236}">
                <a16:creationId xmlns:a16="http://schemas.microsoft.com/office/drawing/2014/main" id="{903EAA90-9F66-C97F-7F4F-E49AABD3E318}"/>
              </a:ext>
            </a:extLst>
          </p:cNvPr>
          <p:cNvSpPr>
            <a:spLocks noGrp="1"/>
          </p:cNvSpPr>
          <p:nvPr>
            <p:ph type="ftr" sz="quarter" idx="11"/>
          </p:nvPr>
        </p:nvSpPr>
        <p:spPr/>
        <p:txBody>
          <a:bodyPr/>
          <a:lstStyle/>
          <a:p>
            <a:endParaRPr lang="en-IT"/>
          </a:p>
        </p:txBody>
      </p:sp>
      <p:sp>
        <p:nvSpPr>
          <p:cNvPr id="6" name="Slide Number Placeholder 5">
            <a:extLst>
              <a:ext uri="{FF2B5EF4-FFF2-40B4-BE49-F238E27FC236}">
                <a16:creationId xmlns:a16="http://schemas.microsoft.com/office/drawing/2014/main" id="{F01D3B70-2534-CEE7-B066-DFB10D488F76}"/>
              </a:ext>
            </a:extLst>
          </p:cNvPr>
          <p:cNvSpPr>
            <a:spLocks noGrp="1"/>
          </p:cNvSpPr>
          <p:nvPr>
            <p:ph type="sldNum" sz="quarter" idx="12"/>
          </p:nvPr>
        </p:nvSpPr>
        <p:spPr/>
        <p:txBody>
          <a:bodyPr/>
          <a:lstStyle/>
          <a:p>
            <a:fld id="{5C4265A5-19EB-344C-92E6-3A814F136A86}" type="slidenum">
              <a:rPr lang="en-IT" smtClean="0"/>
              <a:t>‹#›</a:t>
            </a:fld>
            <a:endParaRPr lang="en-IT"/>
          </a:p>
        </p:txBody>
      </p:sp>
    </p:spTree>
    <p:extLst>
      <p:ext uri="{BB962C8B-B14F-4D97-AF65-F5344CB8AC3E}">
        <p14:creationId xmlns:p14="http://schemas.microsoft.com/office/powerpoint/2010/main" val="3761884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413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1698DB-C226-3B81-14AD-9391979F18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50D0CDEC-73E8-0276-A385-1D69DC33E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6B6C2CB-1548-23E0-B15A-B44590DCEC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7B0DC2-B746-B74B-9B22-68EC3F6B7B58}" type="datetimeFigureOut">
              <a:rPr lang="en-IT" smtClean="0"/>
              <a:t>25/06/26</a:t>
            </a:fld>
            <a:endParaRPr lang="en-IT"/>
          </a:p>
        </p:txBody>
      </p:sp>
      <p:sp>
        <p:nvSpPr>
          <p:cNvPr id="5" name="Footer Placeholder 4">
            <a:extLst>
              <a:ext uri="{FF2B5EF4-FFF2-40B4-BE49-F238E27FC236}">
                <a16:creationId xmlns:a16="http://schemas.microsoft.com/office/drawing/2014/main" id="{C370F263-6B95-CE15-0BBE-1E49CA8B0F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T"/>
          </a:p>
        </p:txBody>
      </p:sp>
      <p:sp>
        <p:nvSpPr>
          <p:cNvPr id="6" name="Slide Number Placeholder 5">
            <a:extLst>
              <a:ext uri="{FF2B5EF4-FFF2-40B4-BE49-F238E27FC236}">
                <a16:creationId xmlns:a16="http://schemas.microsoft.com/office/drawing/2014/main" id="{D3B913A3-C16A-A702-4C7A-2911570D5E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4265A5-19EB-344C-92E6-3A814F136A86}" type="slidenum">
              <a:rPr lang="en-IT" smtClean="0"/>
              <a:t>‹#›</a:t>
            </a:fld>
            <a:endParaRPr lang="en-IT"/>
          </a:p>
        </p:txBody>
      </p:sp>
    </p:spTree>
    <p:extLst>
      <p:ext uri="{BB962C8B-B14F-4D97-AF65-F5344CB8AC3E}">
        <p14:creationId xmlns:p14="http://schemas.microsoft.com/office/powerpoint/2010/main" val="33950556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9E_210679BB.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7906D1-BAEA-F479-95B7-3E58A8C9775F}"/>
              </a:ext>
            </a:extLst>
          </p:cNvPr>
          <p:cNvSpPr txBox="1"/>
          <p:nvPr/>
        </p:nvSpPr>
        <p:spPr>
          <a:xfrm>
            <a:off x="3100135" y="994610"/>
            <a:ext cx="7415465" cy="523220"/>
          </a:xfrm>
          <a:prstGeom prst="rect">
            <a:avLst/>
          </a:prstGeom>
          <a:noFill/>
        </p:spPr>
        <p:txBody>
          <a:bodyPr wrap="square" rtlCol="0">
            <a:spAutoFit/>
          </a:bodyPr>
          <a:lstStyle/>
          <a:p>
            <a:r>
              <a:rPr lang="en-IT" sz="2800"/>
              <a:t>TITOLO del REPORT (Consistency compass)</a:t>
            </a:r>
          </a:p>
        </p:txBody>
      </p:sp>
      <p:sp>
        <p:nvSpPr>
          <p:cNvPr id="7" name="Plus 6">
            <a:extLst>
              <a:ext uri="{FF2B5EF4-FFF2-40B4-BE49-F238E27FC236}">
                <a16:creationId xmlns:a16="http://schemas.microsoft.com/office/drawing/2014/main" id="{AF351CCA-9F18-ABA1-7A81-250CB32166A1}"/>
              </a:ext>
            </a:extLst>
          </p:cNvPr>
          <p:cNvSpPr/>
          <p:nvPr/>
        </p:nvSpPr>
        <p:spPr>
          <a:xfrm>
            <a:off x="5614734" y="2006008"/>
            <a:ext cx="962527" cy="79408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2" name="TextBox 1">
            <a:extLst>
              <a:ext uri="{FF2B5EF4-FFF2-40B4-BE49-F238E27FC236}">
                <a16:creationId xmlns:a16="http://schemas.microsoft.com/office/drawing/2014/main" id="{F994DBE3-966A-E57C-5201-CF3ADC96AA30}"/>
              </a:ext>
            </a:extLst>
          </p:cNvPr>
          <p:cNvSpPr txBox="1"/>
          <p:nvPr/>
        </p:nvSpPr>
        <p:spPr>
          <a:xfrm>
            <a:off x="3100135" y="3288270"/>
            <a:ext cx="5991727" cy="523220"/>
          </a:xfrm>
          <a:prstGeom prst="rect">
            <a:avLst/>
          </a:prstGeom>
          <a:noFill/>
        </p:spPr>
        <p:txBody>
          <a:bodyPr wrap="square" rtlCol="0">
            <a:spAutoFit/>
          </a:bodyPr>
          <a:lstStyle/>
          <a:p>
            <a:r>
              <a:rPr lang="en-IT" sz="2800"/>
              <a:t>GRAFICA MODELLO GALACTICA</a:t>
            </a:r>
          </a:p>
        </p:txBody>
      </p:sp>
      <p:sp>
        <p:nvSpPr>
          <p:cNvPr id="3" name="Rettangolo 2">
            <a:extLst>
              <a:ext uri="{FF2B5EF4-FFF2-40B4-BE49-F238E27FC236}">
                <a16:creationId xmlns:a16="http://schemas.microsoft.com/office/drawing/2014/main" id="{AE894A5F-1756-2F6D-9AA4-4B28C43DACD2}"/>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124996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90318-AD62-B848-1D9C-78D725D914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DCEF1C-F7AA-2A8B-E3F3-A0B7DF178A6D}"/>
              </a:ext>
            </a:extLst>
          </p:cNvPr>
          <p:cNvSpPr txBox="1"/>
          <p:nvPr/>
        </p:nvSpPr>
        <p:spPr>
          <a:xfrm>
            <a:off x="6721640" y="2896833"/>
            <a:ext cx="5991727" cy="523220"/>
          </a:xfrm>
          <a:prstGeom prst="rect">
            <a:avLst/>
          </a:prstGeom>
          <a:noFill/>
        </p:spPr>
        <p:txBody>
          <a:bodyPr wrap="square" rtlCol="0">
            <a:spAutoFit/>
          </a:bodyPr>
          <a:lstStyle/>
          <a:p>
            <a:r>
              <a:rPr lang="en-IT" sz="2800"/>
              <a:t>GRAFICA MODELLO GALACTICA</a:t>
            </a:r>
          </a:p>
        </p:txBody>
      </p:sp>
      <p:sp>
        <p:nvSpPr>
          <p:cNvPr id="6" name="TextBox 5">
            <a:extLst>
              <a:ext uri="{FF2B5EF4-FFF2-40B4-BE49-F238E27FC236}">
                <a16:creationId xmlns:a16="http://schemas.microsoft.com/office/drawing/2014/main" id="{F12E0445-0F95-9AE9-D37A-41D335946B99}"/>
              </a:ext>
            </a:extLst>
          </p:cNvPr>
          <p:cNvSpPr txBox="1"/>
          <p:nvPr/>
        </p:nvSpPr>
        <p:spPr>
          <a:xfrm>
            <a:off x="1054767" y="1238699"/>
            <a:ext cx="3541296" cy="3539430"/>
          </a:xfrm>
          <a:prstGeom prst="rect">
            <a:avLst/>
          </a:prstGeom>
          <a:noFill/>
        </p:spPr>
        <p:txBody>
          <a:bodyPr wrap="square" rtlCol="0">
            <a:spAutoFit/>
          </a:bodyPr>
          <a:lstStyle/>
          <a:p>
            <a:r>
              <a:rPr lang="en-IT" sz="2800"/>
              <a:t>INDICE</a:t>
            </a:r>
          </a:p>
          <a:p>
            <a:r>
              <a:rPr lang="en-IT" sz="2800"/>
              <a:t>Sezione</a:t>
            </a:r>
          </a:p>
          <a:p>
            <a:pPr marL="342900" indent="-342900">
              <a:buFont typeface="Arial" panose="020B0604020202020204" pitchFamily="34" charset="0"/>
              <a:buChar char="•"/>
            </a:pPr>
            <a:r>
              <a:rPr lang="en-IT" sz="2000"/>
              <a:t>Sottosezione</a:t>
            </a:r>
          </a:p>
          <a:p>
            <a:pPr marL="342900" indent="-342900">
              <a:buFont typeface="Arial" panose="020B0604020202020204" pitchFamily="34" charset="0"/>
              <a:buChar char="•"/>
            </a:pPr>
            <a:r>
              <a:rPr lang="en-IT" sz="2000"/>
              <a:t>Sottosezione</a:t>
            </a:r>
          </a:p>
          <a:p>
            <a:endParaRPr lang="en-IT" sz="2000"/>
          </a:p>
          <a:p>
            <a:r>
              <a:rPr lang="en-IT" sz="2800"/>
              <a:t>Sezione</a:t>
            </a:r>
          </a:p>
          <a:p>
            <a:pPr marL="342900" indent="-342900">
              <a:buFont typeface="Arial" panose="020B0604020202020204" pitchFamily="34" charset="0"/>
              <a:buChar char="•"/>
            </a:pPr>
            <a:r>
              <a:rPr lang="en-IT" sz="2000"/>
              <a:t>Sottosezione</a:t>
            </a:r>
          </a:p>
          <a:p>
            <a:pPr marL="342900" indent="-342900">
              <a:buFont typeface="Arial" panose="020B0604020202020204" pitchFamily="34" charset="0"/>
              <a:buChar char="•"/>
            </a:pPr>
            <a:r>
              <a:rPr lang="en-IT" sz="2000"/>
              <a:t>Sottosezione</a:t>
            </a:r>
          </a:p>
          <a:p>
            <a:endParaRPr lang="en-IT" sz="2000"/>
          </a:p>
          <a:p>
            <a:r>
              <a:rPr lang="en-IT" sz="2000"/>
              <a:t>…</a:t>
            </a:r>
          </a:p>
        </p:txBody>
      </p:sp>
      <p:sp>
        <p:nvSpPr>
          <p:cNvPr id="7" name="Plus 6">
            <a:extLst>
              <a:ext uri="{FF2B5EF4-FFF2-40B4-BE49-F238E27FC236}">
                <a16:creationId xmlns:a16="http://schemas.microsoft.com/office/drawing/2014/main" id="{D299E4CF-DCC5-993F-70A0-5CA42E1440DB}"/>
              </a:ext>
            </a:extLst>
          </p:cNvPr>
          <p:cNvSpPr/>
          <p:nvPr/>
        </p:nvSpPr>
        <p:spPr>
          <a:xfrm>
            <a:off x="5398165" y="2770348"/>
            <a:ext cx="962527" cy="79408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4" name="Rettangolo 3">
            <a:extLst>
              <a:ext uri="{FF2B5EF4-FFF2-40B4-BE49-F238E27FC236}">
                <a16:creationId xmlns:a16="http://schemas.microsoft.com/office/drawing/2014/main" id="{2DBFC7AA-6CB8-BD7F-A1F3-3DDE51048E0B}"/>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3462124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7CE8E-BA5B-038A-36F5-8E4E19091E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CCFBBF-A101-C5A3-A562-86C39CA16C25}"/>
              </a:ext>
            </a:extLst>
          </p:cNvPr>
          <p:cNvSpPr txBox="1"/>
          <p:nvPr/>
        </p:nvSpPr>
        <p:spPr>
          <a:xfrm>
            <a:off x="3100135" y="3288270"/>
            <a:ext cx="5991727" cy="523220"/>
          </a:xfrm>
          <a:prstGeom prst="rect">
            <a:avLst/>
          </a:prstGeom>
          <a:noFill/>
        </p:spPr>
        <p:txBody>
          <a:bodyPr wrap="square" rtlCol="0">
            <a:spAutoFit/>
          </a:bodyPr>
          <a:lstStyle/>
          <a:p>
            <a:r>
              <a:rPr lang="en-IT" sz="2800"/>
              <a:t>GRAFICA MODELLO GALACTICA</a:t>
            </a:r>
          </a:p>
        </p:txBody>
      </p:sp>
      <p:sp>
        <p:nvSpPr>
          <p:cNvPr id="6" name="TextBox 5">
            <a:extLst>
              <a:ext uri="{FF2B5EF4-FFF2-40B4-BE49-F238E27FC236}">
                <a16:creationId xmlns:a16="http://schemas.microsoft.com/office/drawing/2014/main" id="{A0E5CB28-F5E9-656F-453E-7827D1662F93}"/>
              </a:ext>
            </a:extLst>
          </p:cNvPr>
          <p:cNvSpPr txBox="1"/>
          <p:nvPr/>
        </p:nvSpPr>
        <p:spPr>
          <a:xfrm>
            <a:off x="3100135" y="994610"/>
            <a:ext cx="7860633" cy="523220"/>
          </a:xfrm>
          <a:prstGeom prst="rect">
            <a:avLst/>
          </a:prstGeom>
          <a:noFill/>
        </p:spPr>
        <p:txBody>
          <a:bodyPr wrap="square" rtlCol="0">
            <a:spAutoFit/>
          </a:bodyPr>
          <a:lstStyle/>
          <a:p>
            <a:r>
              <a:rPr lang="en-IT" sz="2800"/>
              <a:t>TITOLO DELLA SEZIONE (Analisi maturità DEIA)</a:t>
            </a:r>
          </a:p>
        </p:txBody>
      </p:sp>
      <p:sp>
        <p:nvSpPr>
          <p:cNvPr id="7" name="Plus 6">
            <a:extLst>
              <a:ext uri="{FF2B5EF4-FFF2-40B4-BE49-F238E27FC236}">
                <a16:creationId xmlns:a16="http://schemas.microsoft.com/office/drawing/2014/main" id="{4FD77EA9-8664-F223-EBF7-00C95ED03ED3}"/>
              </a:ext>
            </a:extLst>
          </p:cNvPr>
          <p:cNvSpPr/>
          <p:nvPr/>
        </p:nvSpPr>
        <p:spPr>
          <a:xfrm>
            <a:off x="5614734" y="2006008"/>
            <a:ext cx="962527" cy="79408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4" name="Rettangolo 3">
            <a:extLst>
              <a:ext uri="{FF2B5EF4-FFF2-40B4-BE49-F238E27FC236}">
                <a16:creationId xmlns:a16="http://schemas.microsoft.com/office/drawing/2014/main" id="{785EE889-822D-A832-7AE0-C379C39E638B}"/>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1543960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E91C7-A012-BAE4-6C45-CA4C11595D0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128256B-5FA6-078E-8C88-6EB32C1002DD}"/>
              </a:ext>
            </a:extLst>
          </p:cNvPr>
          <p:cNvSpPr txBox="1"/>
          <p:nvPr/>
        </p:nvSpPr>
        <p:spPr>
          <a:xfrm>
            <a:off x="970546" y="977089"/>
            <a:ext cx="5991727" cy="954107"/>
          </a:xfrm>
          <a:prstGeom prst="rect">
            <a:avLst/>
          </a:prstGeom>
          <a:noFill/>
        </p:spPr>
        <p:txBody>
          <a:bodyPr wrap="square" rtlCol="0">
            <a:spAutoFit/>
          </a:bodyPr>
          <a:lstStyle/>
          <a:p>
            <a:r>
              <a:rPr lang="en-IT" sz="2800" b="1" dirty="0">
                <a:latin typeface="Raleway" pitchFamily="2" charset="77"/>
              </a:rPr>
              <a:t>ANALISI DI MATURITÀ</a:t>
            </a:r>
          </a:p>
          <a:p>
            <a:r>
              <a:rPr lang="en-IT" sz="2800" b="1" dirty="0">
                <a:latin typeface="Raleway" pitchFamily="2" charset="77"/>
              </a:rPr>
              <a:t>Obiettivi</a:t>
            </a:r>
          </a:p>
        </p:txBody>
      </p:sp>
      <p:sp>
        <p:nvSpPr>
          <p:cNvPr id="2" name="TextBox 1">
            <a:extLst>
              <a:ext uri="{FF2B5EF4-FFF2-40B4-BE49-F238E27FC236}">
                <a16:creationId xmlns:a16="http://schemas.microsoft.com/office/drawing/2014/main" id="{77425BC7-E3C5-D93C-6D0F-56A317BE0F86}"/>
              </a:ext>
            </a:extLst>
          </p:cNvPr>
          <p:cNvSpPr txBox="1"/>
          <p:nvPr/>
        </p:nvSpPr>
        <p:spPr>
          <a:xfrm>
            <a:off x="970546" y="2128010"/>
            <a:ext cx="10844465" cy="3970318"/>
          </a:xfrm>
          <a:prstGeom prst="rect">
            <a:avLst/>
          </a:prstGeom>
          <a:noFill/>
        </p:spPr>
        <p:txBody>
          <a:bodyPr wrap="square" rtlCol="0">
            <a:spAutoFit/>
          </a:bodyPr>
          <a:lstStyle/>
          <a:p>
            <a:r>
              <a:rPr lang="en-IT" sz="1400" dirty="0">
                <a:latin typeface="Raleway" pitchFamily="2" charset="77"/>
              </a:rPr>
              <a:t>La survey ha l’obiettivo di supportare l’organizzazione nella comprensione del proprio livello di maturità rispetto ai temi della Diversità, Equità, Inclusione e Accessibilità (DEIA), offrendo </a:t>
            </a:r>
            <a:r>
              <a:rPr lang="en-IT" sz="1400" b="1" dirty="0">
                <a:latin typeface="Raleway" pitchFamily="2" charset="77"/>
              </a:rPr>
              <a:t>una lettura strutturata </a:t>
            </a:r>
            <a:r>
              <a:rPr lang="en-IT" sz="1400" dirty="0">
                <a:latin typeface="Raleway" pitchFamily="2" charset="77"/>
              </a:rPr>
              <a:t>di come questi principi siano integrati nelle strategie, nei processi, nella cultura organizzativa e nelle relazioni con il mercato.</a:t>
            </a:r>
          </a:p>
          <a:p>
            <a:r>
              <a:rPr lang="en-IT" sz="1400" dirty="0">
                <a:latin typeface="Raleway" pitchFamily="2" charset="77"/>
              </a:rPr>
              <a:t>L’analisi non si limita a verificare la presenza di iniziative, policy o strumenti dedicati, ma esplora il grado con cui la DEIA è tradotta in pratiche quotidiane, responsabilità, comportamenti, modalità decisionali e criteri di gestione. L’obiettivo è comprendere quanto tali principi siano effettivamente incorporati nel </a:t>
            </a:r>
            <a:r>
              <a:rPr lang="en-IT" sz="1400" b="1" dirty="0">
                <a:latin typeface="Raleway" pitchFamily="2" charset="77"/>
              </a:rPr>
              <a:t>funzionamento dell’organizzazione e nella sua capacità di generare valore per le persone, il business e gli stakeholder.</a:t>
            </a:r>
          </a:p>
          <a:p>
            <a:r>
              <a:rPr lang="en-IT" sz="1400" dirty="0">
                <a:latin typeface="Raleway" pitchFamily="2" charset="77"/>
              </a:rPr>
              <a:t>Attraverso il framework ideato da Diversity Lab, la survey restituisce una fotografia dell’attuale livello di maturità dell’organizzazione, evidenziando punti di forza, aree di consolidamento e opportunità di sviluppo: i risultati permettono di </a:t>
            </a:r>
            <a:r>
              <a:rPr lang="en-IT" sz="1400" b="1" dirty="0">
                <a:latin typeface="Raleway" pitchFamily="2" charset="77"/>
              </a:rPr>
              <a:t>identificare eventuali disallineamenti tra intenzioni, strumenti e pratiche</a:t>
            </a:r>
            <a:r>
              <a:rPr lang="en-IT" sz="1400" dirty="0">
                <a:latin typeface="Raleway" pitchFamily="2" charset="77"/>
              </a:rPr>
              <a:t>, favorendo una maggiore consapevolezza delle dinamiche organizzative che possono sostenere o ostacolare l’evoluzione verso contesti più equi, inclusivi e accessibili.</a:t>
            </a:r>
          </a:p>
          <a:p>
            <a:r>
              <a:rPr lang="en-IT" sz="1400" dirty="0">
                <a:latin typeface="Raleway" pitchFamily="2" charset="77"/>
              </a:rPr>
              <a:t>La finalità del percorso non è quindi esclusivamente valutativa: il report rappresenta uno strumento di riflessione e orientamento che consente di </a:t>
            </a:r>
            <a:r>
              <a:rPr lang="en-IT" sz="1400" b="1" dirty="0">
                <a:latin typeface="Raleway" pitchFamily="2" charset="77"/>
              </a:rPr>
              <a:t>trasformare i risultati emersi in priorità di intervento e azioni concrete. </a:t>
            </a:r>
            <a:r>
              <a:rPr lang="en-IT" sz="1400" dirty="0">
                <a:latin typeface="Raleway" pitchFamily="2" charset="77"/>
              </a:rPr>
              <a:t>Le evidenze raccolte costituiscono infatti la base per costruire un piano di miglioramento progressivo, coerente con il livello di maturità dell’organizzazione e con gli obiettivi di sviluppo che intende perseguire nel tempo.</a:t>
            </a:r>
          </a:p>
          <a:p>
            <a:r>
              <a:rPr lang="en-IT" sz="1400" dirty="0">
                <a:latin typeface="Raleway" pitchFamily="2" charset="77"/>
              </a:rPr>
              <a:t>In questa prospettiva, la survey diventa un punto di partenza per accompagnare processi di cambiamento sostenibili, favorendo </a:t>
            </a:r>
            <a:r>
              <a:rPr lang="en-IT" sz="1400" b="1" dirty="0">
                <a:latin typeface="Raleway" pitchFamily="2" charset="77"/>
              </a:rPr>
              <a:t>una maggiore integrazione della DEIA nelle scelte organizzative, nelle relazioni interne ed esterne e nella capacità dell’organizzazione di rispondere alle sfide presenti e future.</a:t>
            </a:r>
          </a:p>
        </p:txBody>
      </p:sp>
      <p:sp>
        <p:nvSpPr>
          <p:cNvPr id="4" name="Rettangolo 3">
            <a:extLst>
              <a:ext uri="{FF2B5EF4-FFF2-40B4-BE49-F238E27FC236}">
                <a16:creationId xmlns:a16="http://schemas.microsoft.com/office/drawing/2014/main" id="{8D9BA699-AE5F-3768-0BAD-B3BF7DD94CD8}"/>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1456803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FCF1-A037-80D5-9DD4-5FCADE9628E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4F2F21B-DD72-E8AC-586A-5251B4B32677}"/>
              </a:ext>
            </a:extLst>
          </p:cNvPr>
          <p:cNvSpPr txBox="1"/>
          <p:nvPr/>
        </p:nvSpPr>
        <p:spPr>
          <a:xfrm>
            <a:off x="970546" y="977089"/>
            <a:ext cx="5991727" cy="954107"/>
          </a:xfrm>
          <a:prstGeom prst="rect">
            <a:avLst/>
          </a:prstGeom>
          <a:noFill/>
        </p:spPr>
        <p:txBody>
          <a:bodyPr wrap="square" rtlCol="0">
            <a:spAutoFit/>
          </a:bodyPr>
          <a:lstStyle/>
          <a:p>
            <a:r>
              <a:rPr lang="en-IT" sz="2800" b="1" dirty="0">
                <a:latin typeface="Raleway" pitchFamily="2" charset="77"/>
              </a:rPr>
              <a:t>ANALISI MATURITÀ </a:t>
            </a:r>
          </a:p>
          <a:p>
            <a:r>
              <a:rPr lang="en-IT" sz="2800" b="1" dirty="0">
                <a:latin typeface="Raleway" pitchFamily="2" charset="77"/>
              </a:rPr>
              <a:t>Metodologia</a:t>
            </a:r>
          </a:p>
        </p:txBody>
      </p:sp>
      <p:sp>
        <p:nvSpPr>
          <p:cNvPr id="4" name="Rettangolo 3">
            <a:extLst>
              <a:ext uri="{FF2B5EF4-FFF2-40B4-BE49-F238E27FC236}">
                <a16:creationId xmlns:a16="http://schemas.microsoft.com/office/drawing/2014/main" id="{C50773AB-8209-2F12-C275-831623F1ABBA}"/>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
        <p:nvSpPr>
          <p:cNvPr id="3" name="TextBox 2">
            <a:extLst>
              <a:ext uri="{FF2B5EF4-FFF2-40B4-BE49-F238E27FC236}">
                <a16:creationId xmlns:a16="http://schemas.microsoft.com/office/drawing/2014/main" id="{D1C38EA9-67AA-159C-2ACC-E28179E3458F}"/>
              </a:ext>
            </a:extLst>
          </p:cNvPr>
          <p:cNvSpPr txBox="1"/>
          <p:nvPr/>
        </p:nvSpPr>
        <p:spPr>
          <a:xfrm>
            <a:off x="970546" y="2128010"/>
            <a:ext cx="10844465" cy="1600438"/>
          </a:xfrm>
          <a:prstGeom prst="rect">
            <a:avLst/>
          </a:prstGeom>
          <a:noFill/>
        </p:spPr>
        <p:txBody>
          <a:bodyPr wrap="square" rtlCol="0">
            <a:spAutoFit/>
          </a:bodyPr>
          <a:lstStyle/>
          <a:p>
            <a:r>
              <a:rPr lang="it-IT" sz="1400" noProof="1">
                <a:latin typeface="Raleway" pitchFamily="2" charset="77"/>
              </a:rPr>
              <a:t>La valutazione si basa su un modello di maturità articolato in quattro livelli progressivi, che consentono di comprendere quanto i principi di Diversità, Equità, Inclusione e Accessibilità siano integrati nelle pratiche, nei processi e nelle modalità decisionali dell’organizzazione. </a:t>
            </a:r>
          </a:p>
          <a:p>
            <a:r>
              <a:rPr lang="it-IT" sz="1400" noProof="1">
                <a:latin typeface="Raleway" pitchFamily="2" charset="77"/>
              </a:rPr>
              <a:t>Il modello considera sia la presenza di iniziative o strumenti dedicati, sia il loro grado di diffusione, strutturazione, integrazione e monitoraggio nel tempo. </a:t>
            </a:r>
          </a:p>
          <a:p>
            <a:r>
              <a:rPr lang="it-IT" sz="1400" noProof="1">
                <a:latin typeface="Raleway" pitchFamily="2" charset="77"/>
              </a:rPr>
              <a:t>Il punteggio finale è ottenuto attraverso un sistema di ponderazione che attribuisce un peso differente alle domande, così da riflettere in modo più accurato il contributo dei vari elementi alla maturità complessiva dell’organizzazione.</a:t>
            </a:r>
          </a:p>
        </p:txBody>
      </p:sp>
      <p:graphicFrame>
        <p:nvGraphicFramePr>
          <p:cNvPr id="10" name="Table 9">
            <a:extLst>
              <a:ext uri="{FF2B5EF4-FFF2-40B4-BE49-F238E27FC236}">
                <a16:creationId xmlns:a16="http://schemas.microsoft.com/office/drawing/2014/main" id="{0010AD6A-970C-FCC8-4932-ED41FB964133}"/>
              </a:ext>
            </a:extLst>
          </p:cNvPr>
          <p:cNvGraphicFramePr>
            <a:graphicFrameLocks noGrp="1"/>
          </p:cNvGraphicFramePr>
          <p:nvPr>
            <p:extLst>
              <p:ext uri="{D42A27DB-BD31-4B8C-83A1-F6EECF244321}">
                <p14:modId xmlns:p14="http://schemas.microsoft.com/office/powerpoint/2010/main" val="2382418584"/>
              </p:ext>
            </p:extLst>
          </p:nvPr>
        </p:nvGraphicFramePr>
        <p:xfrm>
          <a:off x="1141554" y="4226205"/>
          <a:ext cx="5649710" cy="1854200"/>
        </p:xfrm>
        <a:graphic>
          <a:graphicData uri="http://schemas.openxmlformats.org/drawingml/2006/table">
            <a:tbl>
              <a:tblPr firstRow="1" bandRow="1">
                <a:tableStyleId>{5C22544A-7EE6-4342-B048-85BDC9FD1C3A}</a:tableStyleId>
              </a:tblPr>
              <a:tblGrid>
                <a:gridCol w="2808974">
                  <a:extLst>
                    <a:ext uri="{9D8B030D-6E8A-4147-A177-3AD203B41FA5}">
                      <a16:colId xmlns:a16="http://schemas.microsoft.com/office/drawing/2014/main" val="338577559"/>
                    </a:ext>
                  </a:extLst>
                </a:gridCol>
                <a:gridCol w="2840736">
                  <a:extLst>
                    <a:ext uri="{9D8B030D-6E8A-4147-A177-3AD203B41FA5}">
                      <a16:colId xmlns:a16="http://schemas.microsoft.com/office/drawing/2014/main" val="2778099773"/>
                    </a:ext>
                  </a:extLst>
                </a:gridCol>
              </a:tblGrid>
              <a:tr h="370840">
                <a:tc>
                  <a:txBody>
                    <a:bodyPr/>
                    <a:lstStyle/>
                    <a:p>
                      <a:r>
                        <a:rPr lang="en-IT" sz="1400" dirty="0">
                          <a:latin typeface="Raleway" pitchFamily="2" charset="77"/>
                        </a:rPr>
                        <a:t>LIVELLO DI MATURITÀ</a:t>
                      </a:r>
                    </a:p>
                  </a:txBody>
                  <a:tcPr/>
                </a:tc>
                <a:tc>
                  <a:txBody>
                    <a:bodyPr/>
                    <a:lstStyle/>
                    <a:p>
                      <a:r>
                        <a:rPr lang="en-IT" sz="1400" dirty="0">
                          <a:latin typeface="Raleway" pitchFamily="2" charset="77"/>
                        </a:rPr>
                        <a:t>INTERVALLO DI PUNTEGGIO</a:t>
                      </a:r>
                    </a:p>
                  </a:txBody>
                  <a:tcPr/>
                </a:tc>
                <a:extLst>
                  <a:ext uri="{0D108BD9-81ED-4DB2-BD59-A6C34878D82A}">
                    <a16:rowId xmlns:a16="http://schemas.microsoft.com/office/drawing/2014/main" val="4039138847"/>
                  </a:ext>
                </a:extLst>
              </a:tr>
              <a:tr h="370840">
                <a:tc>
                  <a:txBody>
                    <a:bodyPr/>
                    <a:lstStyle/>
                    <a:p>
                      <a:r>
                        <a:rPr lang="en-IT" sz="1400" dirty="0">
                          <a:latin typeface="Raleway" pitchFamily="2" charset="77"/>
                        </a:rPr>
                        <a:t>1. Deriva - Discontinuo</a:t>
                      </a:r>
                    </a:p>
                  </a:txBody>
                  <a:tcPr/>
                </a:tc>
                <a:tc>
                  <a:txBody>
                    <a:bodyPr/>
                    <a:lstStyle/>
                    <a:p>
                      <a:r>
                        <a:rPr lang="en-IT" sz="1400" dirty="0">
                          <a:latin typeface="Raleway" pitchFamily="2" charset="77"/>
                        </a:rPr>
                        <a:t>1,00 – 1,50</a:t>
                      </a:r>
                    </a:p>
                  </a:txBody>
                  <a:tcPr/>
                </a:tc>
                <a:extLst>
                  <a:ext uri="{0D108BD9-81ED-4DB2-BD59-A6C34878D82A}">
                    <a16:rowId xmlns:a16="http://schemas.microsoft.com/office/drawing/2014/main" val="3720113769"/>
                  </a:ext>
                </a:extLst>
              </a:tr>
              <a:tr h="370840">
                <a:tc>
                  <a:txBody>
                    <a:bodyPr/>
                    <a:lstStyle/>
                    <a:p>
                      <a:r>
                        <a:rPr lang="en-IT" sz="1400" dirty="0">
                          <a:latin typeface="Raleway" pitchFamily="2" charset="77"/>
                        </a:rPr>
                        <a:t>2. Rotta - Strutturato</a:t>
                      </a:r>
                    </a:p>
                  </a:txBody>
                  <a:tcPr/>
                </a:tc>
                <a:tc>
                  <a:txBody>
                    <a:bodyPr/>
                    <a:lstStyle/>
                    <a:p>
                      <a:r>
                        <a:rPr lang="en-IT" sz="1400" dirty="0">
                          <a:latin typeface="Raleway" pitchFamily="2" charset="77"/>
                        </a:rPr>
                        <a:t>1,51 – 2,50</a:t>
                      </a:r>
                    </a:p>
                  </a:txBody>
                  <a:tcPr/>
                </a:tc>
                <a:extLst>
                  <a:ext uri="{0D108BD9-81ED-4DB2-BD59-A6C34878D82A}">
                    <a16:rowId xmlns:a16="http://schemas.microsoft.com/office/drawing/2014/main" val="4275977745"/>
                  </a:ext>
                </a:extLst>
              </a:tr>
              <a:tr h="370840">
                <a:tc>
                  <a:txBody>
                    <a:bodyPr/>
                    <a:lstStyle/>
                    <a:p>
                      <a:r>
                        <a:rPr lang="en-IT" sz="1400" dirty="0">
                          <a:latin typeface="Raleway" pitchFamily="2" charset="77"/>
                        </a:rPr>
                        <a:t>3. Orbita - Integrato</a:t>
                      </a:r>
                    </a:p>
                  </a:txBody>
                  <a:tcPr/>
                </a:tc>
                <a:tc>
                  <a:txBody>
                    <a:bodyPr/>
                    <a:lstStyle/>
                    <a:p>
                      <a:r>
                        <a:rPr lang="en-IT" sz="1400" dirty="0">
                          <a:latin typeface="Raleway" pitchFamily="2" charset="77"/>
                        </a:rPr>
                        <a:t>2,51 – 3,50</a:t>
                      </a:r>
                    </a:p>
                  </a:txBody>
                  <a:tcPr/>
                </a:tc>
                <a:extLst>
                  <a:ext uri="{0D108BD9-81ED-4DB2-BD59-A6C34878D82A}">
                    <a16:rowId xmlns:a16="http://schemas.microsoft.com/office/drawing/2014/main" val="371178764"/>
                  </a:ext>
                </a:extLst>
              </a:tr>
              <a:tr h="370840">
                <a:tc>
                  <a:txBody>
                    <a:bodyPr/>
                    <a:lstStyle/>
                    <a:p>
                      <a:r>
                        <a:rPr lang="en-IT" sz="1400" dirty="0">
                          <a:latin typeface="Raleway" pitchFamily="2" charset="77"/>
                        </a:rPr>
                        <a:t>4. Gravità - Sistemico</a:t>
                      </a:r>
                    </a:p>
                  </a:txBody>
                  <a:tcPr/>
                </a:tc>
                <a:tc>
                  <a:txBody>
                    <a:bodyPr/>
                    <a:lstStyle/>
                    <a:p>
                      <a:r>
                        <a:rPr lang="en-IT" sz="1400" dirty="0">
                          <a:latin typeface="Raleway" pitchFamily="2" charset="77"/>
                        </a:rPr>
                        <a:t>&gt; 3,51</a:t>
                      </a:r>
                    </a:p>
                  </a:txBody>
                  <a:tcPr/>
                </a:tc>
                <a:extLst>
                  <a:ext uri="{0D108BD9-81ED-4DB2-BD59-A6C34878D82A}">
                    <a16:rowId xmlns:a16="http://schemas.microsoft.com/office/drawing/2014/main" val="1675569070"/>
                  </a:ext>
                </a:extLst>
              </a:tr>
            </a:tbl>
          </a:graphicData>
        </a:graphic>
      </p:graphicFrame>
    </p:spTree>
    <p:extLst>
      <p:ext uri="{BB962C8B-B14F-4D97-AF65-F5344CB8AC3E}">
        <p14:creationId xmlns:p14="http://schemas.microsoft.com/office/powerpoint/2010/main" val="304975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7D7AC-F4D6-70C6-4151-E37188D52C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BD66CE-8488-B064-69A8-4367D1C58820}"/>
              </a:ext>
            </a:extLst>
          </p:cNvPr>
          <p:cNvSpPr txBox="1"/>
          <p:nvPr/>
        </p:nvSpPr>
        <p:spPr>
          <a:xfrm>
            <a:off x="970546" y="2073627"/>
            <a:ext cx="10844465" cy="2462213"/>
          </a:xfrm>
          <a:prstGeom prst="rect">
            <a:avLst/>
          </a:prstGeom>
          <a:noFill/>
        </p:spPr>
        <p:txBody>
          <a:bodyPr wrap="square" rtlCol="0">
            <a:spAutoFit/>
          </a:bodyPr>
          <a:lstStyle/>
          <a:p>
            <a:r>
              <a:rPr lang="it-IT" sz="1400" noProof="1">
                <a:latin typeface="Raleway" pitchFamily="2" charset="77"/>
              </a:rPr>
              <a:t>L’output della survey restituisce una valutazione del livello di maturità DEIA dell’organizzazione, sia a livello complessivo sia per ciascuna delle aree analizzate: Strategia, Processi, Cultura e Mercato.</a:t>
            </a:r>
          </a:p>
          <a:p>
            <a:endParaRPr lang="it-IT" sz="1400" noProof="1">
              <a:latin typeface="Raleway" pitchFamily="2" charset="77"/>
            </a:endParaRPr>
          </a:p>
          <a:p>
            <a:r>
              <a:rPr lang="en-IT" sz="1400" dirty="0">
                <a:latin typeface="Raleway" pitchFamily="2" charset="77"/>
              </a:rPr>
              <a:t>Accanto ai risultati quantitativi, il report propone una lettura qualitativa finalizzata a contestualizzare i punteggi ottenuti e a facilitarne l’interpretazione. L’analisi non si basa esclusivamente sulle risposte fornite nella survey, ma integra anche le evidenze emerse dall’analisi documentale e dall’analisi desk condotte sull’organizzazione.</a:t>
            </a:r>
          </a:p>
          <a:p>
            <a:endParaRPr lang="en-IT" sz="1400" dirty="0">
              <a:latin typeface="Raleway" pitchFamily="2" charset="77"/>
            </a:endParaRPr>
          </a:p>
          <a:p>
            <a:r>
              <a:rPr lang="en-IT" sz="1400" dirty="0">
                <a:latin typeface="Raleway" pitchFamily="2" charset="77"/>
              </a:rPr>
              <a:t>Questo approccio consente di arricchire la comprensione dei risultati, mettendo in relazione quanto dichiarato nella survey con elementi osservabili, informazioni pubblicamente disponibili, documenti aziendali e pratiche formalizzate.</a:t>
            </a:r>
          </a:p>
          <a:p>
            <a:r>
              <a:rPr lang="en-IT" sz="1400" dirty="0">
                <a:latin typeface="Raleway" pitchFamily="2" charset="77"/>
              </a:rPr>
              <a:t>Per ciascuna area e sottogruppo vengono quindi evidenziati gli aspetti maggiormente consolidati, le opportunità di sviluppo e le possibili priorità di intervento</a:t>
            </a:r>
          </a:p>
        </p:txBody>
      </p:sp>
      <p:sp>
        <p:nvSpPr>
          <p:cNvPr id="4" name="Rettangolo 3">
            <a:extLst>
              <a:ext uri="{FF2B5EF4-FFF2-40B4-BE49-F238E27FC236}">
                <a16:creationId xmlns:a16="http://schemas.microsoft.com/office/drawing/2014/main" id="{DB81E3CD-D0C1-7D94-C3FF-B38EF09808EB}"/>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
        <p:nvSpPr>
          <p:cNvPr id="3" name="TextBox 2">
            <a:extLst>
              <a:ext uri="{FF2B5EF4-FFF2-40B4-BE49-F238E27FC236}">
                <a16:creationId xmlns:a16="http://schemas.microsoft.com/office/drawing/2014/main" id="{F96E0551-3AC3-18B1-F581-11B22F0EBE85}"/>
              </a:ext>
            </a:extLst>
          </p:cNvPr>
          <p:cNvSpPr txBox="1"/>
          <p:nvPr/>
        </p:nvSpPr>
        <p:spPr>
          <a:xfrm>
            <a:off x="970546" y="977089"/>
            <a:ext cx="5991727" cy="954107"/>
          </a:xfrm>
          <a:prstGeom prst="rect">
            <a:avLst/>
          </a:prstGeom>
          <a:noFill/>
        </p:spPr>
        <p:txBody>
          <a:bodyPr wrap="square" rtlCol="0">
            <a:spAutoFit/>
          </a:bodyPr>
          <a:lstStyle/>
          <a:p>
            <a:r>
              <a:rPr lang="en-IT" sz="2800" b="1" dirty="0">
                <a:latin typeface="Raleway" pitchFamily="2" charset="77"/>
              </a:rPr>
              <a:t>ANALISI MATURITÀ </a:t>
            </a:r>
          </a:p>
          <a:p>
            <a:r>
              <a:rPr lang="en-IT" sz="2800" b="1" dirty="0">
                <a:latin typeface="Raleway" pitchFamily="2" charset="77"/>
              </a:rPr>
              <a:t>Output</a:t>
            </a:r>
          </a:p>
        </p:txBody>
      </p:sp>
    </p:spTree>
    <p:extLst>
      <p:ext uri="{BB962C8B-B14F-4D97-AF65-F5344CB8AC3E}">
        <p14:creationId xmlns:p14="http://schemas.microsoft.com/office/powerpoint/2010/main" val="1287784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879D5-2C52-FE1C-61C9-76527EDECC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C362DA-FC34-AA8E-6612-E393746C89D1}"/>
              </a:ext>
            </a:extLst>
          </p:cNvPr>
          <p:cNvSpPr txBox="1"/>
          <p:nvPr/>
        </p:nvSpPr>
        <p:spPr>
          <a:xfrm>
            <a:off x="970546" y="1913938"/>
            <a:ext cx="1662926" cy="369332"/>
          </a:xfrm>
          <a:prstGeom prst="rect">
            <a:avLst/>
          </a:prstGeom>
          <a:noFill/>
        </p:spPr>
        <p:txBody>
          <a:bodyPr wrap="square" rtlCol="0">
            <a:spAutoFit/>
          </a:bodyPr>
          <a:lstStyle/>
          <a:p>
            <a:r>
              <a:rPr lang="en-IT" dirty="0">
                <a:latin typeface="Raleway" pitchFamily="2" charset="77"/>
              </a:rPr>
              <a:t>STRATEGIA</a:t>
            </a:r>
          </a:p>
        </p:txBody>
      </p:sp>
      <p:sp>
        <p:nvSpPr>
          <p:cNvPr id="4" name="Rettangolo 3">
            <a:extLst>
              <a:ext uri="{FF2B5EF4-FFF2-40B4-BE49-F238E27FC236}">
                <a16:creationId xmlns:a16="http://schemas.microsoft.com/office/drawing/2014/main" id="{F1486116-0420-97C0-0CEE-1CC406D1C8ED}"/>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
        <p:nvSpPr>
          <p:cNvPr id="3" name="TextBox 2">
            <a:extLst>
              <a:ext uri="{FF2B5EF4-FFF2-40B4-BE49-F238E27FC236}">
                <a16:creationId xmlns:a16="http://schemas.microsoft.com/office/drawing/2014/main" id="{892AB08C-8755-3D14-0DFD-A76043314822}"/>
              </a:ext>
            </a:extLst>
          </p:cNvPr>
          <p:cNvSpPr txBox="1"/>
          <p:nvPr/>
        </p:nvSpPr>
        <p:spPr>
          <a:xfrm>
            <a:off x="970546" y="977089"/>
            <a:ext cx="7777213" cy="892552"/>
          </a:xfrm>
          <a:prstGeom prst="rect">
            <a:avLst/>
          </a:prstGeom>
          <a:noFill/>
        </p:spPr>
        <p:txBody>
          <a:bodyPr wrap="square" rtlCol="0">
            <a:spAutoFit/>
          </a:bodyPr>
          <a:lstStyle/>
          <a:p>
            <a:r>
              <a:rPr lang="en-IT" sz="2800" b="1" dirty="0">
                <a:latin typeface="Raleway" pitchFamily="2" charset="77"/>
              </a:rPr>
              <a:t>FRAMEWORK - DEFINIZIONI</a:t>
            </a:r>
          </a:p>
          <a:p>
            <a:r>
              <a:rPr lang="en-IT" sz="2400" b="1" dirty="0">
                <a:latin typeface="Raleway" pitchFamily="2" charset="77"/>
              </a:rPr>
              <a:t>Aree e sottogruppi</a:t>
            </a:r>
          </a:p>
        </p:txBody>
      </p:sp>
      <p:sp>
        <p:nvSpPr>
          <p:cNvPr id="5" name="TextBox 4">
            <a:extLst>
              <a:ext uri="{FF2B5EF4-FFF2-40B4-BE49-F238E27FC236}">
                <a16:creationId xmlns:a16="http://schemas.microsoft.com/office/drawing/2014/main" id="{A3D738C9-092D-F900-FD73-B44999B93495}"/>
              </a:ext>
            </a:extLst>
          </p:cNvPr>
          <p:cNvSpPr txBox="1"/>
          <p:nvPr/>
        </p:nvSpPr>
        <p:spPr>
          <a:xfrm>
            <a:off x="4256287" y="1927753"/>
            <a:ext cx="7777213" cy="1954381"/>
          </a:xfrm>
          <a:prstGeom prst="rect">
            <a:avLst/>
          </a:prstGeom>
          <a:noFill/>
        </p:spPr>
        <p:txBody>
          <a:bodyPr wrap="square" rtlCol="0">
            <a:spAutoFit/>
          </a:bodyPr>
          <a:lstStyle/>
          <a:p>
            <a:r>
              <a:rPr lang="en-IT" sz="1100" dirty="0">
                <a:latin typeface="Raleway" pitchFamily="2" charset="77"/>
              </a:rPr>
              <a:t>La strategia definisce la capacità di un’organizzazione di orientare il proprio sviluppo in modo coerente, sostenibile e riconoscibile nel tempo. Attraverso visione, leadership e scelte operative, la strategia crea connessioni tra obiettivi economici, evoluzione organizzativa e qualità dell’esperienza delle persone, trasformando la complessità in una direzione condivisa. Quando questa coerenza manca, le iniziative rischiano di rimanere frammentate e di perdere efficacia; quando invece è presente, le persone comprendono il senso delle priorità, riconoscono continuità nelle decisioni e sviluppano maggiore fiducia nella capacità dell’organizzazione di evolvere. </a:t>
            </a:r>
          </a:p>
          <a:p>
            <a:r>
              <a:rPr lang="en-IT" sz="1100" dirty="0">
                <a:latin typeface="Raleway" pitchFamily="2" charset="77"/>
              </a:rPr>
              <a:t>Le organizzazioni più innovative integrano temi come cultura, inclusione, apprendimento e sostenibilità all’interno del proprio modello strategico, rendendoli parte concreta del modo in cui vengono prese decisioni, sviluppati prodotti e servizi, distribuite responsabilità e generato valore. In questo equilibrio tra intenzione, adattabilità e capacità di esecuzione nasce un vantaggio competitivo più solido, perché l’organizzazione riesce a mantenere direzione e coerenza anche nei contesti di cambiamento.</a:t>
            </a:r>
          </a:p>
        </p:txBody>
      </p:sp>
      <p:sp>
        <p:nvSpPr>
          <p:cNvPr id="8" name="TextBox 7">
            <a:extLst>
              <a:ext uri="{FF2B5EF4-FFF2-40B4-BE49-F238E27FC236}">
                <a16:creationId xmlns:a16="http://schemas.microsoft.com/office/drawing/2014/main" id="{E8293D91-D4AE-D1E4-B05C-FDFA2BB68189}"/>
              </a:ext>
            </a:extLst>
          </p:cNvPr>
          <p:cNvSpPr txBox="1"/>
          <p:nvPr/>
        </p:nvSpPr>
        <p:spPr>
          <a:xfrm>
            <a:off x="892904" y="4020417"/>
            <a:ext cx="3481138" cy="338554"/>
          </a:xfrm>
          <a:prstGeom prst="rect">
            <a:avLst/>
          </a:prstGeom>
          <a:noFill/>
        </p:spPr>
        <p:txBody>
          <a:bodyPr wrap="square" rtlCol="0">
            <a:spAutoFit/>
          </a:bodyPr>
          <a:lstStyle/>
          <a:p>
            <a:r>
              <a:rPr lang="en-IT" sz="1600" dirty="0">
                <a:latin typeface="Raleway" pitchFamily="2" charset="77"/>
              </a:rPr>
              <a:t>STRATEGIA E PIANIFICAZIONE</a:t>
            </a:r>
          </a:p>
        </p:txBody>
      </p:sp>
      <p:sp>
        <p:nvSpPr>
          <p:cNvPr id="9" name="TextBox 8">
            <a:extLst>
              <a:ext uri="{FF2B5EF4-FFF2-40B4-BE49-F238E27FC236}">
                <a16:creationId xmlns:a16="http://schemas.microsoft.com/office/drawing/2014/main" id="{8BF37439-42F4-9769-4829-267761D5699D}"/>
              </a:ext>
            </a:extLst>
          </p:cNvPr>
          <p:cNvSpPr txBox="1"/>
          <p:nvPr/>
        </p:nvSpPr>
        <p:spPr>
          <a:xfrm>
            <a:off x="892904" y="5030379"/>
            <a:ext cx="3481138" cy="338554"/>
          </a:xfrm>
          <a:prstGeom prst="rect">
            <a:avLst/>
          </a:prstGeom>
          <a:noFill/>
        </p:spPr>
        <p:txBody>
          <a:bodyPr wrap="square" rtlCol="0">
            <a:spAutoFit/>
          </a:bodyPr>
          <a:lstStyle/>
          <a:p>
            <a:r>
              <a:rPr lang="en-IT" sz="1600" dirty="0">
                <a:latin typeface="Raleway" pitchFamily="2" charset="77"/>
              </a:rPr>
              <a:t>GOVERNANCE E LEADERSHIP</a:t>
            </a:r>
          </a:p>
        </p:txBody>
      </p:sp>
      <p:sp>
        <p:nvSpPr>
          <p:cNvPr id="10" name="TextBox 9">
            <a:extLst>
              <a:ext uri="{FF2B5EF4-FFF2-40B4-BE49-F238E27FC236}">
                <a16:creationId xmlns:a16="http://schemas.microsoft.com/office/drawing/2014/main" id="{39DCA3A5-7AA2-C405-374A-6AB68B7CF1D0}"/>
              </a:ext>
            </a:extLst>
          </p:cNvPr>
          <p:cNvSpPr txBox="1"/>
          <p:nvPr/>
        </p:nvSpPr>
        <p:spPr>
          <a:xfrm>
            <a:off x="892904" y="6092208"/>
            <a:ext cx="3481138" cy="338554"/>
          </a:xfrm>
          <a:prstGeom prst="rect">
            <a:avLst/>
          </a:prstGeom>
          <a:noFill/>
        </p:spPr>
        <p:txBody>
          <a:bodyPr wrap="square" rtlCol="0">
            <a:spAutoFit/>
          </a:bodyPr>
          <a:lstStyle/>
          <a:p>
            <a:r>
              <a:rPr lang="en-IT" sz="1600">
                <a:latin typeface="Raleway" pitchFamily="2" charset="77"/>
              </a:rPr>
              <a:t>MISURAZIONE E IMPATTO</a:t>
            </a:r>
          </a:p>
        </p:txBody>
      </p:sp>
      <p:sp>
        <p:nvSpPr>
          <p:cNvPr id="11" name="TextBox 10">
            <a:extLst>
              <a:ext uri="{FF2B5EF4-FFF2-40B4-BE49-F238E27FC236}">
                <a16:creationId xmlns:a16="http://schemas.microsoft.com/office/drawing/2014/main" id="{B7973822-4F7C-AE65-C9A4-39E3A0953B2B}"/>
              </a:ext>
            </a:extLst>
          </p:cNvPr>
          <p:cNvSpPr txBox="1"/>
          <p:nvPr/>
        </p:nvSpPr>
        <p:spPr>
          <a:xfrm>
            <a:off x="4256289" y="3957042"/>
            <a:ext cx="7618719" cy="600164"/>
          </a:xfrm>
          <a:prstGeom prst="rect">
            <a:avLst/>
          </a:prstGeom>
          <a:noFill/>
        </p:spPr>
        <p:txBody>
          <a:bodyPr wrap="square" rtlCol="0">
            <a:spAutoFit/>
          </a:bodyPr>
          <a:lstStyle/>
          <a:p>
            <a:r>
              <a:rPr lang="it-IT" sz="1100" dirty="0">
                <a:latin typeface="Raleway" pitchFamily="2" charset="77"/>
              </a:rPr>
              <a:t>Questo ambito riguarda la capacità dell’organizzazione di integrare i temi DEIA nella visione strategica, nella pianificazione e nella definizione delle priorità aziendali. Include la presenza di obiettivi chiari, piani di sviluppo, allocazione di risorse e capacità di tradurre i valori dichiarati in azioni coerenti e misurabili nel tempo.</a:t>
            </a:r>
          </a:p>
        </p:txBody>
      </p:sp>
      <p:sp>
        <p:nvSpPr>
          <p:cNvPr id="12" name="TextBox 11">
            <a:extLst>
              <a:ext uri="{FF2B5EF4-FFF2-40B4-BE49-F238E27FC236}">
                <a16:creationId xmlns:a16="http://schemas.microsoft.com/office/drawing/2014/main" id="{AB327242-C849-8C85-1689-9952F1E19A0D}"/>
              </a:ext>
            </a:extLst>
          </p:cNvPr>
          <p:cNvSpPr txBox="1"/>
          <p:nvPr/>
        </p:nvSpPr>
        <p:spPr>
          <a:xfrm>
            <a:off x="4256288" y="4912969"/>
            <a:ext cx="7618719" cy="600164"/>
          </a:xfrm>
          <a:prstGeom prst="rect">
            <a:avLst/>
          </a:prstGeom>
          <a:noFill/>
        </p:spPr>
        <p:txBody>
          <a:bodyPr wrap="square" rtlCol="0">
            <a:spAutoFit/>
          </a:bodyPr>
          <a:lstStyle/>
          <a:p>
            <a:r>
              <a:rPr lang="it-IT" sz="1100" dirty="0">
                <a:latin typeface="Raleway" pitchFamily="2" charset="77"/>
              </a:rPr>
              <a:t>Questo ambito riguarda il ruolo della leadership e dei sistemi di governance nel promuovere responsabilità condivisa, coerenza decisionale e capacità di guidare il cambiamento. Include il coinvolgimento del management, la distribuzione delle responsabilità e la qualità dei processi decisionali.</a:t>
            </a:r>
          </a:p>
        </p:txBody>
      </p:sp>
      <p:sp>
        <p:nvSpPr>
          <p:cNvPr id="13" name="TextBox 12">
            <a:extLst>
              <a:ext uri="{FF2B5EF4-FFF2-40B4-BE49-F238E27FC236}">
                <a16:creationId xmlns:a16="http://schemas.microsoft.com/office/drawing/2014/main" id="{3CBEB425-92BA-E4C3-EA62-27CB3DC6DA72}"/>
              </a:ext>
            </a:extLst>
          </p:cNvPr>
          <p:cNvSpPr txBox="1"/>
          <p:nvPr/>
        </p:nvSpPr>
        <p:spPr>
          <a:xfrm>
            <a:off x="4256287" y="5884860"/>
            <a:ext cx="7618719" cy="600164"/>
          </a:xfrm>
          <a:prstGeom prst="rect">
            <a:avLst/>
          </a:prstGeom>
          <a:noFill/>
        </p:spPr>
        <p:txBody>
          <a:bodyPr wrap="square" rtlCol="0">
            <a:spAutoFit/>
          </a:bodyPr>
          <a:lstStyle/>
          <a:p>
            <a:r>
              <a:rPr lang="it-IT" sz="1100" dirty="0">
                <a:latin typeface="Raleway" pitchFamily="2" charset="77"/>
              </a:rPr>
              <a:t>Questo ambito riguarda la capacità dell’organizzazione di raccogliere dati, monitorare risultati e valutare l’impatto delle iniziative DEIA nel tempo. Include indicatori, sistemi di ascolto, trasparenza e utilizzo delle evidenze per migliorare decisioni e pratiche.</a:t>
            </a:r>
          </a:p>
        </p:txBody>
      </p:sp>
    </p:spTree>
    <p:extLst>
      <p:ext uri="{BB962C8B-B14F-4D97-AF65-F5344CB8AC3E}">
        <p14:creationId xmlns:p14="http://schemas.microsoft.com/office/powerpoint/2010/main" val="2472411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3CF4-7EFF-CF70-ABFD-0CD5E203B7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AD797AE-CD15-7486-0BCE-E29830867826}"/>
              </a:ext>
            </a:extLst>
          </p:cNvPr>
          <p:cNvSpPr txBox="1"/>
          <p:nvPr/>
        </p:nvSpPr>
        <p:spPr>
          <a:xfrm>
            <a:off x="970546" y="1913938"/>
            <a:ext cx="1662926" cy="369332"/>
          </a:xfrm>
          <a:prstGeom prst="rect">
            <a:avLst/>
          </a:prstGeom>
          <a:noFill/>
        </p:spPr>
        <p:txBody>
          <a:bodyPr wrap="square" rtlCol="0">
            <a:spAutoFit/>
          </a:bodyPr>
          <a:lstStyle/>
          <a:p>
            <a:r>
              <a:rPr lang="it-IT" dirty="0">
                <a:latin typeface="Raleway" pitchFamily="2" charset="77"/>
              </a:rPr>
              <a:t>CULTURA</a:t>
            </a:r>
          </a:p>
        </p:txBody>
      </p:sp>
      <p:sp>
        <p:nvSpPr>
          <p:cNvPr id="4" name="Rettangolo 3">
            <a:extLst>
              <a:ext uri="{FF2B5EF4-FFF2-40B4-BE49-F238E27FC236}">
                <a16:creationId xmlns:a16="http://schemas.microsoft.com/office/drawing/2014/main" id="{99C2589F-6751-AAB7-77AE-0E5DBF44EA80}"/>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Pagina statica</a:t>
            </a:r>
          </a:p>
        </p:txBody>
      </p:sp>
      <p:sp>
        <p:nvSpPr>
          <p:cNvPr id="5" name="TextBox 4">
            <a:extLst>
              <a:ext uri="{FF2B5EF4-FFF2-40B4-BE49-F238E27FC236}">
                <a16:creationId xmlns:a16="http://schemas.microsoft.com/office/drawing/2014/main" id="{58CF1563-BB4C-EDDD-744D-A0557D5522EE}"/>
              </a:ext>
            </a:extLst>
          </p:cNvPr>
          <p:cNvSpPr txBox="1"/>
          <p:nvPr/>
        </p:nvSpPr>
        <p:spPr>
          <a:xfrm>
            <a:off x="4256289" y="1877156"/>
            <a:ext cx="7777213" cy="1938992"/>
          </a:xfrm>
          <a:prstGeom prst="rect">
            <a:avLst/>
          </a:prstGeom>
          <a:noFill/>
        </p:spPr>
        <p:txBody>
          <a:bodyPr wrap="square" rtlCol="0">
            <a:spAutoFit/>
          </a:bodyPr>
          <a:lstStyle/>
          <a:p>
            <a:r>
              <a:rPr lang="it-IT" sz="1200" dirty="0">
                <a:latin typeface="Raleway" pitchFamily="2" charset="77"/>
              </a:rPr>
              <a:t>La cultura organizzativa esprime il modo in cui le persone vivono l’organizzazione ogni giorno attraverso relazioni, comportamenti, linguaggi e pratiche condivise. È la dimensione che rende concreta la visione aziendale, influenzando profondamente il livello di fiducia, collaborazione, partecipazione e responsabilità presenti nel sistema organizzativo.</a:t>
            </a:r>
          </a:p>
          <a:p>
            <a:r>
              <a:rPr lang="it-IT" sz="1200" dirty="0">
                <a:latin typeface="Raleway" pitchFamily="2" charset="77"/>
              </a:rPr>
              <a:t>Nelle organizzazioni più innovative la cultura favorisce sicurezza psicologica, apprendimento continuo e possibilità di contribuire attivamente all’evoluzione collettiva, creando ambienti in cui le persone portano autenticità, competenze e pluralità di prospettive. Questa qualità delle relazioni influenza direttamente la capacità di innovare, affrontare il cambiamento e costruire appartenenza nel tempo.</a:t>
            </a:r>
          </a:p>
          <a:p>
            <a:r>
              <a:rPr lang="it-IT" sz="1200" dirty="0">
                <a:latin typeface="Raleway" pitchFamily="2" charset="77"/>
              </a:rPr>
              <a:t>Quando esiste coerenza tra valori dichiarati, comportamenti manageriali e pratiche quotidiane, la cultura diventa una forza generativa che orienta decisioni e relazioni anche nei momenti di fragilità e complessità. </a:t>
            </a:r>
          </a:p>
        </p:txBody>
      </p:sp>
      <p:sp>
        <p:nvSpPr>
          <p:cNvPr id="6" name="TextBox 5">
            <a:extLst>
              <a:ext uri="{FF2B5EF4-FFF2-40B4-BE49-F238E27FC236}">
                <a16:creationId xmlns:a16="http://schemas.microsoft.com/office/drawing/2014/main" id="{78BFF6C3-3B36-C6DB-ECA9-387BC20EE5BA}"/>
              </a:ext>
            </a:extLst>
          </p:cNvPr>
          <p:cNvSpPr txBox="1"/>
          <p:nvPr/>
        </p:nvSpPr>
        <p:spPr>
          <a:xfrm>
            <a:off x="970546" y="4026849"/>
            <a:ext cx="3481138" cy="338554"/>
          </a:xfrm>
          <a:prstGeom prst="rect">
            <a:avLst/>
          </a:prstGeom>
          <a:noFill/>
        </p:spPr>
        <p:txBody>
          <a:bodyPr wrap="square" rtlCol="0">
            <a:spAutoFit/>
          </a:bodyPr>
          <a:lstStyle/>
          <a:p>
            <a:r>
              <a:rPr lang="it-IT" sz="1600" dirty="0">
                <a:latin typeface="Raleway" pitchFamily="2" charset="77"/>
              </a:rPr>
              <a:t>CULTURA E COMPORTAMENTI</a:t>
            </a:r>
          </a:p>
        </p:txBody>
      </p:sp>
      <p:sp>
        <p:nvSpPr>
          <p:cNvPr id="7" name="TextBox 6">
            <a:extLst>
              <a:ext uri="{FF2B5EF4-FFF2-40B4-BE49-F238E27FC236}">
                <a16:creationId xmlns:a16="http://schemas.microsoft.com/office/drawing/2014/main" id="{B4711C4F-D292-E65B-7EFB-344EBC2B68B3}"/>
              </a:ext>
            </a:extLst>
          </p:cNvPr>
          <p:cNvSpPr txBox="1"/>
          <p:nvPr/>
        </p:nvSpPr>
        <p:spPr>
          <a:xfrm>
            <a:off x="970546" y="4921796"/>
            <a:ext cx="3481138" cy="584775"/>
          </a:xfrm>
          <a:prstGeom prst="rect">
            <a:avLst/>
          </a:prstGeom>
          <a:noFill/>
        </p:spPr>
        <p:txBody>
          <a:bodyPr wrap="square" rtlCol="0">
            <a:spAutoFit/>
          </a:bodyPr>
          <a:lstStyle/>
          <a:p>
            <a:r>
              <a:rPr lang="it-IT" sz="1600" dirty="0">
                <a:latin typeface="Raleway" pitchFamily="2" charset="77"/>
              </a:rPr>
              <a:t>BENESSERE E SICUREZZA PSICOLOGICA</a:t>
            </a:r>
          </a:p>
        </p:txBody>
      </p:sp>
      <p:sp>
        <p:nvSpPr>
          <p:cNvPr id="11" name="TextBox 10">
            <a:extLst>
              <a:ext uri="{FF2B5EF4-FFF2-40B4-BE49-F238E27FC236}">
                <a16:creationId xmlns:a16="http://schemas.microsoft.com/office/drawing/2014/main" id="{57A52AC8-6E30-B9E6-8381-B8677F7F255E}"/>
              </a:ext>
            </a:extLst>
          </p:cNvPr>
          <p:cNvSpPr txBox="1"/>
          <p:nvPr/>
        </p:nvSpPr>
        <p:spPr>
          <a:xfrm>
            <a:off x="970546" y="6061083"/>
            <a:ext cx="3481138" cy="584775"/>
          </a:xfrm>
          <a:prstGeom prst="rect">
            <a:avLst/>
          </a:prstGeom>
          <a:noFill/>
        </p:spPr>
        <p:txBody>
          <a:bodyPr wrap="square" rtlCol="0">
            <a:spAutoFit/>
          </a:bodyPr>
          <a:lstStyle/>
          <a:p>
            <a:r>
              <a:rPr lang="it-IT" sz="1600" dirty="0">
                <a:latin typeface="Raleway" pitchFamily="2" charset="77"/>
              </a:rPr>
              <a:t>FORMAZIONE E CONSAPEVOLEZZA</a:t>
            </a:r>
          </a:p>
        </p:txBody>
      </p:sp>
      <p:sp>
        <p:nvSpPr>
          <p:cNvPr id="12" name="TextBox 11">
            <a:extLst>
              <a:ext uri="{FF2B5EF4-FFF2-40B4-BE49-F238E27FC236}">
                <a16:creationId xmlns:a16="http://schemas.microsoft.com/office/drawing/2014/main" id="{815E98CF-4894-C952-5CE4-D41D273D2B9E}"/>
              </a:ext>
            </a:extLst>
          </p:cNvPr>
          <p:cNvSpPr txBox="1"/>
          <p:nvPr/>
        </p:nvSpPr>
        <p:spPr>
          <a:xfrm>
            <a:off x="970546" y="977089"/>
            <a:ext cx="7777213" cy="892552"/>
          </a:xfrm>
          <a:prstGeom prst="rect">
            <a:avLst/>
          </a:prstGeom>
          <a:noFill/>
        </p:spPr>
        <p:txBody>
          <a:bodyPr wrap="square" rtlCol="0">
            <a:spAutoFit/>
          </a:bodyPr>
          <a:lstStyle/>
          <a:p>
            <a:r>
              <a:rPr lang="it-IT" sz="2800" b="1" dirty="0">
                <a:latin typeface="Raleway" pitchFamily="2" charset="77"/>
              </a:rPr>
              <a:t>FRAMEWORK - DEFINIZIONI</a:t>
            </a:r>
          </a:p>
          <a:p>
            <a:r>
              <a:rPr lang="it-IT" sz="2400" b="1" dirty="0">
                <a:latin typeface="Raleway" pitchFamily="2" charset="77"/>
              </a:rPr>
              <a:t>Aree e sottogruppi</a:t>
            </a:r>
          </a:p>
        </p:txBody>
      </p:sp>
      <p:sp>
        <p:nvSpPr>
          <p:cNvPr id="13" name="TextBox 12">
            <a:extLst>
              <a:ext uri="{FF2B5EF4-FFF2-40B4-BE49-F238E27FC236}">
                <a16:creationId xmlns:a16="http://schemas.microsoft.com/office/drawing/2014/main" id="{C4836C8B-34E9-5091-AD59-55839DE25C8D}"/>
              </a:ext>
            </a:extLst>
          </p:cNvPr>
          <p:cNvSpPr txBox="1"/>
          <p:nvPr/>
        </p:nvSpPr>
        <p:spPr>
          <a:xfrm>
            <a:off x="4256289" y="3957042"/>
            <a:ext cx="7618719" cy="461665"/>
          </a:xfrm>
          <a:prstGeom prst="rect">
            <a:avLst/>
          </a:prstGeom>
          <a:noFill/>
        </p:spPr>
        <p:txBody>
          <a:bodyPr wrap="square" rtlCol="0">
            <a:spAutoFit/>
          </a:bodyPr>
          <a:lstStyle/>
          <a:p>
            <a:r>
              <a:rPr lang="it-IT" sz="1200" dirty="0">
                <a:latin typeface="Raleway" pitchFamily="2" charset="77"/>
              </a:rPr>
              <a:t>Questo ambito riguarda la qualità delle relazioni organizzative, la coerenza dei comportamenti e la capacità dell’azienda di promuovere ambienti inclusivi, collaborativi e rispettosi.</a:t>
            </a:r>
          </a:p>
        </p:txBody>
      </p:sp>
      <p:sp>
        <p:nvSpPr>
          <p:cNvPr id="14" name="TextBox 13">
            <a:extLst>
              <a:ext uri="{FF2B5EF4-FFF2-40B4-BE49-F238E27FC236}">
                <a16:creationId xmlns:a16="http://schemas.microsoft.com/office/drawing/2014/main" id="{D93D5116-5E1C-82D3-2895-0EAE9773FA86}"/>
              </a:ext>
            </a:extLst>
          </p:cNvPr>
          <p:cNvSpPr txBox="1"/>
          <p:nvPr/>
        </p:nvSpPr>
        <p:spPr>
          <a:xfrm>
            <a:off x="4256288" y="4912969"/>
            <a:ext cx="7618719" cy="461665"/>
          </a:xfrm>
          <a:prstGeom prst="rect">
            <a:avLst/>
          </a:prstGeom>
          <a:noFill/>
        </p:spPr>
        <p:txBody>
          <a:bodyPr wrap="square" rtlCol="0">
            <a:spAutoFit/>
          </a:bodyPr>
          <a:lstStyle/>
          <a:p>
            <a:r>
              <a:rPr lang="it-IT" sz="1200" dirty="0">
                <a:latin typeface="Raleway" pitchFamily="2" charset="77"/>
              </a:rPr>
              <a:t>Questo ambito riguarda la capacità dell’organizzazione di creare condizioni che favoriscano benessere, ascolto, equilibrio sostenibile e possibilità di esprimersi senza timore di giudizio o esclusione.</a:t>
            </a:r>
          </a:p>
        </p:txBody>
      </p:sp>
      <p:sp>
        <p:nvSpPr>
          <p:cNvPr id="15" name="TextBox 14">
            <a:extLst>
              <a:ext uri="{FF2B5EF4-FFF2-40B4-BE49-F238E27FC236}">
                <a16:creationId xmlns:a16="http://schemas.microsoft.com/office/drawing/2014/main" id="{6EA68E39-AFC9-6240-084E-06358F82B97D}"/>
              </a:ext>
            </a:extLst>
          </p:cNvPr>
          <p:cNvSpPr txBox="1"/>
          <p:nvPr/>
        </p:nvSpPr>
        <p:spPr>
          <a:xfrm>
            <a:off x="4256287" y="5884860"/>
            <a:ext cx="7618719" cy="461665"/>
          </a:xfrm>
          <a:prstGeom prst="rect">
            <a:avLst/>
          </a:prstGeom>
          <a:noFill/>
        </p:spPr>
        <p:txBody>
          <a:bodyPr wrap="square" rtlCol="0">
            <a:spAutoFit/>
          </a:bodyPr>
          <a:lstStyle/>
          <a:p>
            <a:r>
              <a:rPr lang="it-IT" sz="1200" dirty="0">
                <a:latin typeface="Raleway" pitchFamily="2" charset="77"/>
              </a:rPr>
              <a:t>Questo ambito riguarda la capacità dell’organizzazione di sviluppare conoscenze, consapevolezza e competenze legate a inclusione, relazioni, leadership e collaborazione.</a:t>
            </a:r>
          </a:p>
        </p:txBody>
      </p:sp>
    </p:spTree>
    <p:extLst>
      <p:ext uri="{BB962C8B-B14F-4D97-AF65-F5344CB8AC3E}">
        <p14:creationId xmlns:p14="http://schemas.microsoft.com/office/powerpoint/2010/main" val="2738727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530A4-4428-36FA-2766-2D909EC0DC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D0F1D1-8E6F-DDB2-7275-2F7B25BC4AE2}"/>
              </a:ext>
            </a:extLst>
          </p:cNvPr>
          <p:cNvSpPr txBox="1"/>
          <p:nvPr/>
        </p:nvSpPr>
        <p:spPr>
          <a:xfrm>
            <a:off x="970546" y="1913938"/>
            <a:ext cx="1662926" cy="369332"/>
          </a:xfrm>
          <a:prstGeom prst="rect">
            <a:avLst/>
          </a:prstGeom>
          <a:noFill/>
        </p:spPr>
        <p:txBody>
          <a:bodyPr wrap="square" rtlCol="0">
            <a:spAutoFit/>
          </a:bodyPr>
          <a:lstStyle/>
          <a:p>
            <a:r>
              <a:rPr lang="en-IT" dirty="0">
                <a:latin typeface="Raleway" pitchFamily="2" charset="77"/>
              </a:rPr>
              <a:t>PROCESSI</a:t>
            </a:r>
          </a:p>
        </p:txBody>
      </p:sp>
      <p:sp>
        <p:nvSpPr>
          <p:cNvPr id="4" name="Rettangolo 3">
            <a:extLst>
              <a:ext uri="{FF2B5EF4-FFF2-40B4-BE49-F238E27FC236}">
                <a16:creationId xmlns:a16="http://schemas.microsoft.com/office/drawing/2014/main" id="{46DD2BDC-04A2-68A2-7D22-3CBB43A31165}"/>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
        <p:nvSpPr>
          <p:cNvPr id="5" name="TextBox 4">
            <a:extLst>
              <a:ext uri="{FF2B5EF4-FFF2-40B4-BE49-F238E27FC236}">
                <a16:creationId xmlns:a16="http://schemas.microsoft.com/office/drawing/2014/main" id="{815C2DA6-8FC6-5CED-BE87-2027E8AD522D}"/>
              </a:ext>
            </a:extLst>
          </p:cNvPr>
          <p:cNvSpPr txBox="1"/>
          <p:nvPr/>
        </p:nvSpPr>
        <p:spPr>
          <a:xfrm>
            <a:off x="4256287" y="1913938"/>
            <a:ext cx="7777213" cy="1954381"/>
          </a:xfrm>
          <a:prstGeom prst="rect">
            <a:avLst/>
          </a:prstGeom>
          <a:noFill/>
        </p:spPr>
        <p:txBody>
          <a:bodyPr wrap="square" rtlCol="0">
            <a:spAutoFit/>
          </a:bodyPr>
          <a:lstStyle/>
          <a:p>
            <a:r>
              <a:rPr lang="en-IT" sz="1100" dirty="0">
                <a:latin typeface="Raleway" pitchFamily="2" charset="77"/>
              </a:rPr>
              <a:t>I processi rappresentano il sistema operativo dell’organizzazione: il modo in cui strategia, cultura e collaborazione prendono forma nella quotidianità. Attraverso pratiche, strumenti, rituali e modalità decisionali, i processi influenzano la qualità dell’esperienza lavorativa, la fluidità delle relazioni e la capacità dell’organizzazione di apprendere e adattarsi nel tempo.</a:t>
            </a:r>
          </a:p>
          <a:p>
            <a:r>
              <a:rPr lang="en-IT" sz="1100" dirty="0">
                <a:latin typeface="Raleway" pitchFamily="2" charset="77"/>
              </a:rPr>
              <a:t>Quando i processi sono frammentati o incoerenti, le persone sperimentano discontinuità, sovraccarico e difficoltà di coordinamento; quando invece esiste chiarezza, trasparenza e allineamento, il lavoro diventa più sostenibile, collaborativo ed efficace. Le organizzazioni più evolute progettano processi che favoriscono autonomia, responsabilità diffusa, ascolto e miglioramento continuo, creando condizioni che facilitano innovazione e apprendimento collettivo.</a:t>
            </a:r>
          </a:p>
          <a:p>
            <a:r>
              <a:rPr lang="en-IT" sz="1100" dirty="0">
                <a:latin typeface="Raleway" pitchFamily="2" charset="77"/>
              </a:rPr>
              <a:t>In questo senso, i processi diventano una leva strategica capace di sostenere la crescita e aumentare la capacità di esecuzione dell’organizzazione, rafforzando coerenza interna, velocità decisionale e qualità delle relazioni.</a:t>
            </a:r>
          </a:p>
        </p:txBody>
      </p:sp>
      <p:sp>
        <p:nvSpPr>
          <p:cNvPr id="6" name="TextBox 5">
            <a:extLst>
              <a:ext uri="{FF2B5EF4-FFF2-40B4-BE49-F238E27FC236}">
                <a16:creationId xmlns:a16="http://schemas.microsoft.com/office/drawing/2014/main" id="{92D0956A-CDF6-BE68-377E-13E8C03FD80E}"/>
              </a:ext>
            </a:extLst>
          </p:cNvPr>
          <p:cNvSpPr txBox="1"/>
          <p:nvPr/>
        </p:nvSpPr>
        <p:spPr>
          <a:xfrm>
            <a:off x="970546" y="3868319"/>
            <a:ext cx="3481138" cy="584775"/>
          </a:xfrm>
          <a:prstGeom prst="rect">
            <a:avLst/>
          </a:prstGeom>
          <a:noFill/>
        </p:spPr>
        <p:txBody>
          <a:bodyPr wrap="square" rtlCol="0">
            <a:spAutoFit/>
          </a:bodyPr>
          <a:lstStyle/>
          <a:p>
            <a:r>
              <a:rPr lang="en-IT" sz="1600" dirty="0">
                <a:latin typeface="Raleway" pitchFamily="2" charset="77"/>
              </a:rPr>
              <a:t>PROCESSI OPERATIVI E ACCESSIBILITÀ</a:t>
            </a:r>
          </a:p>
        </p:txBody>
      </p:sp>
      <p:sp>
        <p:nvSpPr>
          <p:cNvPr id="7" name="TextBox 6">
            <a:extLst>
              <a:ext uri="{FF2B5EF4-FFF2-40B4-BE49-F238E27FC236}">
                <a16:creationId xmlns:a16="http://schemas.microsoft.com/office/drawing/2014/main" id="{1F0CFAD0-CAFB-74B9-A109-E4C66E1DE23E}"/>
              </a:ext>
            </a:extLst>
          </p:cNvPr>
          <p:cNvSpPr txBox="1"/>
          <p:nvPr/>
        </p:nvSpPr>
        <p:spPr>
          <a:xfrm>
            <a:off x="970546" y="4933954"/>
            <a:ext cx="3481138" cy="338554"/>
          </a:xfrm>
          <a:prstGeom prst="rect">
            <a:avLst/>
          </a:prstGeom>
          <a:noFill/>
        </p:spPr>
        <p:txBody>
          <a:bodyPr wrap="square" rtlCol="0">
            <a:spAutoFit/>
          </a:bodyPr>
          <a:lstStyle/>
          <a:p>
            <a:r>
              <a:rPr lang="en-IT" sz="1600">
                <a:latin typeface="Raleway" pitchFamily="2" charset="77"/>
              </a:rPr>
              <a:t>PERSONE E PROCESSI</a:t>
            </a:r>
          </a:p>
        </p:txBody>
      </p:sp>
      <p:sp>
        <p:nvSpPr>
          <p:cNvPr id="11" name="TextBox 10">
            <a:extLst>
              <a:ext uri="{FF2B5EF4-FFF2-40B4-BE49-F238E27FC236}">
                <a16:creationId xmlns:a16="http://schemas.microsoft.com/office/drawing/2014/main" id="{2F8424D1-E654-BB27-BDE8-0720B2B610C0}"/>
              </a:ext>
            </a:extLst>
          </p:cNvPr>
          <p:cNvSpPr txBox="1"/>
          <p:nvPr/>
        </p:nvSpPr>
        <p:spPr>
          <a:xfrm>
            <a:off x="970546" y="5880911"/>
            <a:ext cx="3481138" cy="584775"/>
          </a:xfrm>
          <a:prstGeom prst="rect">
            <a:avLst/>
          </a:prstGeom>
          <a:noFill/>
        </p:spPr>
        <p:txBody>
          <a:bodyPr wrap="square" rtlCol="0">
            <a:spAutoFit/>
          </a:bodyPr>
          <a:lstStyle/>
          <a:p>
            <a:r>
              <a:rPr lang="en-IT" sz="1600" dirty="0">
                <a:latin typeface="Raleway" pitchFamily="2" charset="77"/>
              </a:rPr>
              <a:t>INNOVAZIONE, RICERCA E SVILUPPO</a:t>
            </a:r>
          </a:p>
        </p:txBody>
      </p:sp>
      <p:sp>
        <p:nvSpPr>
          <p:cNvPr id="12" name="TextBox 11">
            <a:extLst>
              <a:ext uri="{FF2B5EF4-FFF2-40B4-BE49-F238E27FC236}">
                <a16:creationId xmlns:a16="http://schemas.microsoft.com/office/drawing/2014/main" id="{BC4F39D6-6D37-990D-5D30-1AC33D969B8C}"/>
              </a:ext>
            </a:extLst>
          </p:cNvPr>
          <p:cNvSpPr txBox="1"/>
          <p:nvPr/>
        </p:nvSpPr>
        <p:spPr>
          <a:xfrm>
            <a:off x="970546" y="977089"/>
            <a:ext cx="7777213" cy="892552"/>
          </a:xfrm>
          <a:prstGeom prst="rect">
            <a:avLst/>
          </a:prstGeom>
          <a:noFill/>
        </p:spPr>
        <p:txBody>
          <a:bodyPr wrap="square" rtlCol="0">
            <a:spAutoFit/>
          </a:bodyPr>
          <a:lstStyle/>
          <a:p>
            <a:r>
              <a:rPr lang="en-IT" sz="2800" b="1" dirty="0">
                <a:latin typeface="Raleway" pitchFamily="2" charset="77"/>
              </a:rPr>
              <a:t>FRAMEWORK - DEFINIZIONI</a:t>
            </a:r>
          </a:p>
          <a:p>
            <a:r>
              <a:rPr lang="en-IT" sz="2400" b="1" dirty="0">
                <a:latin typeface="Raleway" pitchFamily="2" charset="77"/>
              </a:rPr>
              <a:t>Aree e sottogruppi</a:t>
            </a:r>
          </a:p>
        </p:txBody>
      </p:sp>
      <p:sp>
        <p:nvSpPr>
          <p:cNvPr id="13" name="TextBox 12">
            <a:extLst>
              <a:ext uri="{FF2B5EF4-FFF2-40B4-BE49-F238E27FC236}">
                <a16:creationId xmlns:a16="http://schemas.microsoft.com/office/drawing/2014/main" id="{186C63C1-DCD4-78F1-75E1-66349B96879B}"/>
              </a:ext>
            </a:extLst>
          </p:cNvPr>
          <p:cNvSpPr txBox="1"/>
          <p:nvPr/>
        </p:nvSpPr>
        <p:spPr>
          <a:xfrm>
            <a:off x="4256289" y="3957042"/>
            <a:ext cx="7618719" cy="461665"/>
          </a:xfrm>
          <a:prstGeom prst="rect">
            <a:avLst/>
          </a:prstGeom>
          <a:noFill/>
        </p:spPr>
        <p:txBody>
          <a:bodyPr wrap="square" rtlCol="0">
            <a:spAutoFit/>
          </a:bodyPr>
          <a:lstStyle/>
          <a:p>
            <a:r>
              <a:rPr lang="it-IT" sz="1200" dirty="0">
                <a:latin typeface="Raleway" pitchFamily="2" charset="77"/>
              </a:rPr>
              <a:t>Questo ambito riguarda il livello di accessibilità, chiarezza e inclusività dei processi organizzativi, degli strumenti e delle modalità operative adottate dall’azienda.</a:t>
            </a:r>
          </a:p>
        </p:txBody>
      </p:sp>
      <p:sp>
        <p:nvSpPr>
          <p:cNvPr id="14" name="TextBox 13">
            <a:extLst>
              <a:ext uri="{FF2B5EF4-FFF2-40B4-BE49-F238E27FC236}">
                <a16:creationId xmlns:a16="http://schemas.microsoft.com/office/drawing/2014/main" id="{B1901CD8-E5F4-6D37-FB86-92BE48A69D03}"/>
              </a:ext>
            </a:extLst>
          </p:cNvPr>
          <p:cNvSpPr txBox="1"/>
          <p:nvPr/>
        </p:nvSpPr>
        <p:spPr>
          <a:xfrm>
            <a:off x="4256288" y="4912969"/>
            <a:ext cx="7618719" cy="461665"/>
          </a:xfrm>
          <a:prstGeom prst="rect">
            <a:avLst/>
          </a:prstGeom>
          <a:noFill/>
        </p:spPr>
        <p:txBody>
          <a:bodyPr wrap="square" rtlCol="0">
            <a:spAutoFit/>
          </a:bodyPr>
          <a:lstStyle/>
          <a:p>
            <a:r>
              <a:rPr lang="it-IT" sz="1200" dirty="0">
                <a:latin typeface="Raleway" pitchFamily="2" charset="77"/>
              </a:rPr>
              <a:t>Questo ambito riguarda il modo in cui i processi HR e organizzativi supportano sviluppo, ascolto, equità, crescita professionale e qualità dell’esperienza delle persone.</a:t>
            </a:r>
          </a:p>
        </p:txBody>
      </p:sp>
      <p:sp>
        <p:nvSpPr>
          <p:cNvPr id="15" name="TextBox 14">
            <a:extLst>
              <a:ext uri="{FF2B5EF4-FFF2-40B4-BE49-F238E27FC236}">
                <a16:creationId xmlns:a16="http://schemas.microsoft.com/office/drawing/2014/main" id="{EF1D59C9-AA34-CD4C-2377-B1F1DBE6F618}"/>
              </a:ext>
            </a:extLst>
          </p:cNvPr>
          <p:cNvSpPr txBox="1"/>
          <p:nvPr/>
        </p:nvSpPr>
        <p:spPr>
          <a:xfrm>
            <a:off x="4256287" y="5884860"/>
            <a:ext cx="7618719" cy="461665"/>
          </a:xfrm>
          <a:prstGeom prst="rect">
            <a:avLst/>
          </a:prstGeom>
          <a:noFill/>
        </p:spPr>
        <p:txBody>
          <a:bodyPr wrap="square" rtlCol="0">
            <a:spAutoFit/>
          </a:bodyPr>
          <a:lstStyle/>
          <a:p>
            <a:r>
              <a:rPr lang="it-IT" sz="1200" dirty="0">
                <a:latin typeface="Raleway" pitchFamily="2" charset="77"/>
              </a:rPr>
              <a:t>Questo ambito riguarda la capacità dell’organizzazione di integrare prospettive diverse, ascolto e inclusione nei processi di innovazione, progettazione e sviluppo di prodotti, servizi ed esperienze.</a:t>
            </a:r>
          </a:p>
        </p:txBody>
      </p:sp>
    </p:spTree>
    <p:extLst>
      <p:ext uri="{BB962C8B-B14F-4D97-AF65-F5344CB8AC3E}">
        <p14:creationId xmlns:p14="http://schemas.microsoft.com/office/powerpoint/2010/main" val="2058832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A23DC-66FE-0058-95BD-94BC8DA26B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1CCF53-1494-B267-BA58-8ED4CFAEE029}"/>
              </a:ext>
            </a:extLst>
          </p:cNvPr>
          <p:cNvSpPr txBox="1"/>
          <p:nvPr/>
        </p:nvSpPr>
        <p:spPr>
          <a:xfrm>
            <a:off x="970546" y="1913938"/>
            <a:ext cx="1662926" cy="369332"/>
          </a:xfrm>
          <a:prstGeom prst="rect">
            <a:avLst/>
          </a:prstGeom>
          <a:noFill/>
        </p:spPr>
        <p:txBody>
          <a:bodyPr wrap="square" rtlCol="0">
            <a:spAutoFit/>
          </a:bodyPr>
          <a:lstStyle/>
          <a:p>
            <a:r>
              <a:rPr lang="it-IT" dirty="0">
                <a:latin typeface="Raleway" pitchFamily="2" charset="77"/>
              </a:rPr>
              <a:t>MERCATO</a:t>
            </a:r>
          </a:p>
        </p:txBody>
      </p:sp>
      <p:sp>
        <p:nvSpPr>
          <p:cNvPr id="4" name="Rettangolo 3">
            <a:extLst>
              <a:ext uri="{FF2B5EF4-FFF2-40B4-BE49-F238E27FC236}">
                <a16:creationId xmlns:a16="http://schemas.microsoft.com/office/drawing/2014/main" id="{6FC1A68B-4ED7-2FFB-DC53-2D9B7DF9D983}"/>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Pagina statica</a:t>
            </a:r>
          </a:p>
        </p:txBody>
      </p:sp>
      <p:sp>
        <p:nvSpPr>
          <p:cNvPr id="5" name="TextBox 4">
            <a:extLst>
              <a:ext uri="{FF2B5EF4-FFF2-40B4-BE49-F238E27FC236}">
                <a16:creationId xmlns:a16="http://schemas.microsoft.com/office/drawing/2014/main" id="{3195F5CD-4A7D-6A74-694E-8FA105F1CA96}"/>
              </a:ext>
            </a:extLst>
          </p:cNvPr>
          <p:cNvSpPr txBox="1"/>
          <p:nvPr/>
        </p:nvSpPr>
        <p:spPr>
          <a:xfrm>
            <a:off x="4177039" y="1878733"/>
            <a:ext cx="7777213" cy="2123658"/>
          </a:xfrm>
          <a:prstGeom prst="rect">
            <a:avLst/>
          </a:prstGeom>
          <a:noFill/>
        </p:spPr>
        <p:txBody>
          <a:bodyPr wrap="square" rtlCol="0">
            <a:spAutoFit/>
          </a:bodyPr>
          <a:lstStyle/>
          <a:p>
            <a:r>
              <a:rPr lang="it-IT" sz="1200" dirty="0">
                <a:latin typeface="Raleway" pitchFamily="2" charset="77"/>
              </a:rPr>
              <a:t>L’area Mercato riguarda la capacità dell’organizzazione di costruire relazioni credibili, coerenti e durature con clienti, partner, stakeholder e comunità. In un contesto in cui reputazione, fiducia e qualità delle relazioni influenzano sempre più la competitività, il mercato diventa uno spazio in cui identità organizzativa, cultura e strategia si rendono visibili e riconoscibili.</a:t>
            </a:r>
          </a:p>
          <a:p>
            <a:r>
              <a:rPr lang="it-IT" sz="1200" dirty="0">
                <a:latin typeface="Raleway" pitchFamily="2" charset="77"/>
              </a:rPr>
              <a:t>Le organizzazioni più innovative sviluppano ecosistemi collaborativi fondati su trasparenza, responsabilità e capacità di generare valore condiviso, rafforzando la propria credibilità attraverso coerenza tra esperienza interna e posizionamento esterno. Questa continuità tra ciò che l’organizzazione vive e ciò che comunica aumenta attrattività, affidabilità e capacità di differenziarsi nel lungo periodo.</a:t>
            </a:r>
          </a:p>
          <a:p>
            <a:r>
              <a:rPr lang="it-IT" sz="1200" dirty="0">
                <a:latin typeface="Raleway" pitchFamily="2" charset="77"/>
              </a:rPr>
              <a:t>Quando strategia, processi e cultura operano in modo integrato, anche la presenza sul mercato acquisisce maggiore autenticità e solidità, permettendo all’organizzazione di costruire relazioni più solide, anticipare i cambiamenti e contribuire attivamente all’evoluzione del proprio ecosistema.</a:t>
            </a:r>
          </a:p>
        </p:txBody>
      </p:sp>
      <p:sp>
        <p:nvSpPr>
          <p:cNvPr id="6" name="TextBox 5">
            <a:extLst>
              <a:ext uri="{FF2B5EF4-FFF2-40B4-BE49-F238E27FC236}">
                <a16:creationId xmlns:a16="http://schemas.microsoft.com/office/drawing/2014/main" id="{C4413A78-0F62-CB5F-4954-723BD270B4B7}"/>
              </a:ext>
            </a:extLst>
          </p:cNvPr>
          <p:cNvSpPr txBox="1"/>
          <p:nvPr/>
        </p:nvSpPr>
        <p:spPr>
          <a:xfrm>
            <a:off x="970546" y="4037596"/>
            <a:ext cx="3481138" cy="584775"/>
          </a:xfrm>
          <a:prstGeom prst="rect">
            <a:avLst/>
          </a:prstGeom>
          <a:noFill/>
        </p:spPr>
        <p:txBody>
          <a:bodyPr wrap="square" rtlCol="0">
            <a:spAutoFit/>
          </a:bodyPr>
          <a:lstStyle/>
          <a:p>
            <a:r>
              <a:rPr lang="it-IT" sz="1600" dirty="0">
                <a:latin typeface="Raleway" pitchFamily="2" charset="77"/>
              </a:rPr>
              <a:t>BRAND, COMUNICAZIONE E RAPPRESENTAZIONE</a:t>
            </a:r>
          </a:p>
        </p:txBody>
      </p:sp>
      <p:sp>
        <p:nvSpPr>
          <p:cNvPr id="7" name="TextBox 6">
            <a:extLst>
              <a:ext uri="{FF2B5EF4-FFF2-40B4-BE49-F238E27FC236}">
                <a16:creationId xmlns:a16="http://schemas.microsoft.com/office/drawing/2014/main" id="{9FAC2038-26A2-B4F5-0286-116757CBD316}"/>
              </a:ext>
            </a:extLst>
          </p:cNvPr>
          <p:cNvSpPr txBox="1"/>
          <p:nvPr/>
        </p:nvSpPr>
        <p:spPr>
          <a:xfrm>
            <a:off x="970546" y="5103231"/>
            <a:ext cx="3481138" cy="338554"/>
          </a:xfrm>
          <a:prstGeom prst="rect">
            <a:avLst/>
          </a:prstGeom>
          <a:noFill/>
        </p:spPr>
        <p:txBody>
          <a:bodyPr wrap="square" rtlCol="0">
            <a:spAutoFit/>
          </a:bodyPr>
          <a:lstStyle/>
          <a:p>
            <a:r>
              <a:rPr lang="it-IT" sz="1600" dirty="0">
                <a:latin typeface="Raleway" pitchFamily="2" charset="77"/>
              </a:rPr>
              <a:t>CLIENTI, UTENTI E ACCESSIBILITÀ</a:t>
            </a:r>
          </a:p>
        </p:txBody>
      </p:sp>
      <p:sp>
        <p:nvSpPr>
          <p:cNvPr id="11" name="TextBox 10">
            <a:extLst>
              <a:ext uri="{FF2B5EF4-FFF2-40B4-BE49-F238E27FC236}">
                <a16:creationId xmlns:a16="http://schemas.microsoft.com/office/drawing/2014/main" id="{BFDBD057-4CAA-58D5-C396-EFD9FA984D01}"/>
              </a:ext>
            </a:extLst>
          </p:cNvPr>
          <p:cNvSpPr txBox="1"/>
          <p:nvPr/>
        </p:nvSpPr>
        <p:spPr>
          <a:xfrm>
            <a:off x="970546" y="5922645"/>
            <a:ext cx="3481138" cy="584775"/>
          </a:xfrm>
          <a:prstGeom prst="rect">
            <a:avLst/>
          </a:prstGeom>
          <a:noFill/>
        </p:spPr>
        <p:txBody>
          <a:bodyPr wrap="square" rtlCol="0">
            <a:spAutoFit/>
          </a:bodyPr>
          <a:lstStyle/>
          <a:p>
            <a:r>
              <a:rPr lang="it-IT" sz="1600" dirty="0">
                <a:latin typeface="Raleway" pitchFamily="2" charset="77"/>
              </a:rPr>
              <a:t>IMPATTO SOCIALE E POSIZIONAMENTO</a:t>
            </a:r>
          </a:p>
        </p:txBody>
      </p:sp>
      <p:sp>
        <p:nvSpPr>
          <p:cNvPr id="12" name="TextBox 11">
            <a:extLst>
              <a:ext uri="{FF2B5EF4-FFF2-40B4-BE49-F238E27FC236}">
                <a16:creationId xmlns:a16="http://schemas.microsoft.com/office/drawing/2014/main" id="{29D878E0-1F8E-3B1C-FB72-635EE927F87F}"/>
              </a:ext>
            </a:extLst>
          </p:cNvPr>
          <p:cNvSpPr txBox="1"/>
          <p:nvPr/>
        </p:nvSpPr>
        <p:spPr>
          <a:xfrm>
            <a:off x="970546" y="977089"/>
            <a:ext cx="7777213" cy="892552"/>
          </a:xfrm>
          <a:prstGeom prst="rect">
            <a:avLst/>
          </a:prstGeom>
          <a:noFill/>
        </p:spPr>
        <p:txBody>
          <a:bodyPr wrap="square" rtlCol="0">
            <a:spAutoFit/>
          </a:bodyPr>
          <a:lstStyle/>
          <a:p>
            <a:r>
              <a:rPr lang="it-IT" sz="2800" b="1" dirty="0">
                <a:latin typeface="Raleway" pitchFamily="2" charset="77"/>
              </a:rPr>
              <a:t>FRAMEWORK - DEFINIZIONI</a:t>
            </a:r>
          </a:p>
          <a:p>
            <a:r>
              <a:rPr lang="it-IT" sz="2400" b="1" dirty="0">
                <a:latin typeface="Raleway" pitchFamily="2" charset="77"/>
              </a:rPr>
              <a:t>Aree e sottogruppi</a:t>
            </a:r>
          </a:p>
        </p:txBody>
      </p:sp>
      <p:sp>
        <p:nvSpPr>
          <p:cNvPr id="13" name="TextBox 12">
            <a:extLst>
              <a:ext uri="{FF2B5EF4-FFF2-40B4-BE49-F238E27FC236}">
                <a16:creationId xmlns:a16="http://schemas.microsoft.com/office/drawing/2014/main" id="{22B1DFE0-F39E-8BE1-4CB1-09AAEBEA3B78}"/>
              </a:ext>
            </a:extLst>
          </p:cNvPr>
          <p:cNvSpPr txBox="1"/>
          <p:nvPr/>
        </p:nvSpPr>
        <p:spPr>
          <a:xfrm>
            <a:off x="4256287" y="4143326"/>
            <a:ext cx="7618719" cy="461665"/>
          </a:xfrm>
          <a:prstGeom prst="rect">
            <a:avLst/>
          </a:prstGeom>
          <a:noFill/>
        </p:spPr>
        <p:txBody>
          <a:bodyPr wrap="square" rtlCol="0">
            <a:spAutoFit/>
          </a:bodyPr>
          <a:lstStyle/>
          <a:p>
            <a:r>
              <a:rPr lang="it-IT" sz="1200" dirty="0">
                <a:latin typeface="Raleway" pitchFamily="2" charset="77"/>
              </a:rPr>
              <a:t>Questo ambito riguarda il modo in cui l’organizzazione comunica la propria identità, rappresenta diversità e inclusione e costruisce coerenza tra cultura interna e percezione esterna.</a:t>
            </a:r>
          </a:p>
        </p:txBody>
      </p:sp>
      <p:sp>
        <p:nvSpPr>
          <p:cNvPr id="14" name="TextBox 13">
            <a:extLst>
              <a:ext uri="{FF2B5EF4-FFF2-40B4-BE49-F238E27FC236}">
                <a16:creationId xmlns:a16="http://schemas.microsoft.com/office/drawing/2014/main" id="{970422A8-981D-522C-780A-C88D3FD8F17A}"/>
              </a:ext>
            </a:extLst>
          </p:cNvPr>
          <p:cNvSpPr txBox="1"/>
          <p:nvPr/>
        </p:nvSpPr>
        <p:spPr>
          <a:xfrm>
            <a:off x="4256288" y="4912969"/>
            <a:ext cx="7618719" cy="461665"/>
          </a:xfrm>
          <a:prstGeom prst="rect">
            <a:avLst/>
          </a:prstGeom>
          <a:noFill/>
        </p:spPr>
        <p:txBody>
          <a:bodyPr wrap="square" rtlCol="0">
            <a:spAutoFit/>
          </a:bodyPr>
          <a:lstStyle/>
          <a:p>
            <a:r>
              <a:rPr lang="it-IT" sz="1200" dirty="0">
                <a:latin typeface="Raleway" pitchFamily="2" charset="77"/>
              </a:rPr>
              <a:t>Questo ambito riguarda la capacità dell’organizzazione di progettare prodotti, servizi ed esperienze accessibili, inclusive e attente alla pluralità di bisogni delle persone.</a:t>
            </a:r>
          </a:p>
        </p:txBody>
      </p:sp>
      <p:sp>
        <p:nvSpPr>
          <p:cNvPr id="15" name="TextBox 14">
            <a:extLst>
              <a:ext uri="{FF2B5EF4-FFF2-40B4-BE49-F238E27FC236}">
                <a16:creationId xmlns:a16="http://schemas.microsoft.com/office/drawing/2014/main" id="{5CC2103D-0E52-7405-F2F3-59492A233FCD}"/>
              </a:ext>
            </a:extLst>
          </p:cNvPr>
          <p:cNvSpPr txBox="1"/>
          <p:nvPr/>
        </p:nvSpPr>
        <p:spPr>
          <a:xfrm>
            <a:off x="4256287" y="5884860"/>
            <a:ext cx="7618719" cy="461665"/>
          </a:xfrm>
          <a:prstGeom prst="rect">
            <a:avLst/>
          </a:prstGeom>
          <a:noFill/>
        </p:spPr>
        <p:txBody>
          <a:bodyPr wrap="square" rtlCol="0">
            <a:spAutoFit/>
          </a:bodyPr>
          <a:lstStyle/>
          <a:p>
            <a:r>
              <a:rPr lang="it-IT" sz="1200" dirty="0">
                <a:latin typeface="Raleway" pitchFamily="2" charset="77"/>
              </a:rPr>
              <a:t>Questo ambito riguarda il contributo dell’organizzazione al proprio ecosistema sociale, culturale ed economico attraverso partnership, iniziative e pratiche coerenti con i propri valori e obiettivi di business.</a:t>
            </a:r>
          </a:p>
        </p:txBody>
      </p:sp>
    </p:spTree>
    <p:extLst>
      <p:ext uri="{BB962C8B-B14F-4D97-AF65-F5344CB8AC3E}">
        <p14:creationId xmlns:p14="http://schemas.microsoft.com/office/powerpoint/2010/main" val="2561790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8E57-441C-5C3D-62B3-1EED795533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83D8B5-ECBE-6250-B6B9-D360204006D0}"/>
              </a:ext>
            </a:extLst>
          </p:cNvPr>
          <p:cNvSpPr txBox="1"/>
          <p:nvPr/>
        </p:nvSpPr>
        <p:spPr>
          <a:xfrm>
            <a:off x="970546" y="1913938"/>
            <a:ext cx="2552942" cy="646331"/>
          </a:xfrm>
          <a:prstGeom prst="rect">
            <a:avLst/>
          </a:prstGeom>
          <a:noFill/>
        </p:spPr>
        <p:txBody>
          <a:bodyPr wrap="square" rtlCol="0">
            <a:spAutoFit/>
          </a:bodyPr>
          <a:lstStyle/>
          <a:p>
            <a:r>
              <a:rPr lang="it-IT" b="1" dirty="0">
                <a:latin typeface="Raleway" pitchFamily="2" charset="77"/>
              </a:rPr>
              <a:t>LIVELLO 1</a:t>
            </a:r>
          </a:p>
          <a:p>
            <a:r>
              <a:rPr lang="it-IT" b="1" dirty="0">
                <a:latin typeface="Raleway" pitchFamily="2" charset="77"/>
              </a:rPr>
              <a:t>DERIVA - Discontinuo</a:t>
            </a:r>
          </a:p>
        </p:txBody>
      </p:sp>
      <p:sp>
        <p:nvSpPr>
          <p:cNvPr id="4" name="Rettangolo 3">
            <a:extLst>
              <a:ext uri="{FF2B5EF4-FFF2-40B4-BE49-F238E27FC236}">
                <a16:creationId xmlns:a16="http://schemas.microsoft.com/office/drawing/2014/main" id="{59B9D006-AEB1-5F8A-2B73-FBF551C387D9}"/>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Pagina statica</a:t>
            </a:r>
          </a:p>
        </p:txBody>
      </p:sp>
      <p:sp>
        <p:nvSpPr>
          <p:cNvPr id="5" name="TextBox 4">
            <a:extLst>
              <a:ext uri="{FF2B5EF4-FFF2-40B4-BE49-F238E27FC236}">
                <a16:creationId xmlns:a16="http://schemas.microsoft.com/office/drawing/2014/main" id="{F44812EA-AF76-3EFF-085E-3A8C37360BFA}"/>
              </a:ext>
            </a:extLst>
          </p:cNvPr>
          <p:cNvSpPr txBox="1"/>
          <p:nvPr/>
        </p:nvSpPr>
        <p:spPr>
          <a:xfrm>
            <a:off x="3707649" y="1913938"/>
            <a:ext cx="7777213" cy="738664"/>
          </a:xfrm>
          <a:prstGeom prst="rect">
            <a:avLst/>
          </a:prstGeom>
          <a:noFill/>
        </p:spPr>
        <p:txBody>
          <a:bodyPr wrap="square" rtlCol="0">
            <a:spAutoFit/>
          </a:bodyPr>
          <a:lstStyle/>
          <a:p>
            <a:r>
              <a:rPr lang="it-IT" sz="1400" dirty="0">
                <a:latin typeface="Raleway" pitchFamily="2" charset="77"/>
              </a:rPr>
              <a:t>Le iniziative sono episodiche, scollegate e spesso guidate da esigenze immediate: non esiste ancora una direzione comune capace di orientare decisioni, pratiche e comportamenti in modo coerente.</a:t>
            </a:r>
          </a:p>
        </p:txBody>
      </p:sp>
      <p:sp>
        <p:nvSpPr>
          <p:cNvPr id="12" name="TextBox 11">
            <a:extLst>
              <a:ext uri="{FF2B5EF4-FFF2-40B4-BE49-F238E27FC236}">
                <a16:creationId xmlns:a16="http://schemas.microsoft.com/office/drawing/2014/main" id="{D691D89E-14AD-29D9-6C7C-EEFC93EF21A2}"/>
              </a:ext>
            </a:extLst>
          </p:cNvPr>
          <p:cNvSpPr txBox="1"/>
          <p:nvPr/>
        </p:nvSpPr>
        <p:spPr>
          <a:xfrm>
            <a:off x="970546" y="977089"/>
            <a:ext cx="7777213" cy="523220"/>
          </a:xfrm>
          <a:prstGeom prst="rect">
            <a:avLst/>
          </a:prstGeom>
          <a:noFill/>
        </p:spPr>
        <p:txBody>
          <a:bodyPr wrap="square" rtlCol="0">
            <a:spAutoFit/>
          </a:bodyPr>
          <a:lstStyle/>
          <a:p>
            <a:r>
              <a:rPr lang="it-IT" sz="2800" b="1" dirty="0">
                <a:latin typeface="Raleway" pitchFamily="2" charset="77"/>
              </a:rPr>
              <a:t>I LIVELLI DI MATURITÀ - DEFINIZIONI</a:t>
            </a:r>
          </a:p>
        </p:txBody>
      </p:sp>
      <p:sp>
        <p:nvSpPr>
          <p:cNvPr id="3" name="TextBox 2">
            <a:extLst>
              <a:ext uri="{FF2B5EF4-FFF2-40B4-BE49-F238E27FC236}">
                <a16:creationId xmlns:a16="http://schemas.microsoft.com/office/drawing/2014/main" id="{9EDD071F-6612-EBF1-561C-00E7862D76BF}"/>
              </a:ext>
            </a:extLst>
          </p:cNvPr>
          <p:cNvSpPr txBox="1"/>
          <p:nvPr/>
        </p:nvSpPr>
        <p:spPr>
          <a:xfrm>
            <a:off x="970546" y="3105834"/>
            <a:ext cx="2552942" cy="646331"/>
          </a:xfrm>
          <a:prstGeom prst="rect">
            <a:avLst/>
          </a:prstGeom>
          <a:noFill/>
        </p:spPr>
        <p:txBody>
          <a:bodyPr wrap="square" rtlCol="0">
            <a:spAutoFit/>
          </a:bodyPr>
          <a:lstStyle/>
          <a:p>
            <a:r>
              <a:rPr lang="it-IT" b="1" dirty="0">
                <a:latin typeface="Raleway" pitchFamily="2" charset="77"/>
              </a:rPr>
              <a:t>LIVELLO 2</a:t>
            </a:r>
          </a:p>
          <a:p>
            <a:r>
              <a:rPr lang="it-IT" b="1" dirty="0">
                <a:latin typeface="Raleway" pitchFamily="2" charset="77"/>
              </a:rPr>
              <a:t>ROTTA - Strutturato</a:t>
            </a:r>
          </a:p>
        </p:txBody>
      </p:sp>
      <p:sp>
        <p:nvSpPr>
          <p:cNvPr id="8" name="TextBox 7">
            <a:extLst>
              <a:ext uri="{FF2B5EF4-FFF2-40B4-BE49-F238E27FC236}">
                <a16:creationId xmlns:a16="http://schemas.microsoft.com/office/drawing/2014/main" id="{7B2A3560-8471-FD13-99BF-148B0E316A1F}"/>
              </a:ext>
            </a:extLst>
          </p:cNvPr>
          <p:cNvSpPr txBox="1"/>
          <p:nvPr/>
        </p:nvSpPr>
        <p:spPr>
          <a:xfrm>
            <a:off x="970546" y="4297730"/>
            <a:ext cx="2552942" cy="646331"/>
          </a:xfrm>
          <a:prstGeom prst="rect">
            <a:avLst/>
          </a:prstGeom>
          <a:noFill/>
        </p:spPr>
        <p:txBody>
          <a:bodyPr wrap="square" rtlCol="0">
            <a:spAutoFit/>
          </a:bodyPr>
          <a:lstStyle/>
          <a:p>
            <a:r>
              <a:rPr lang="it-IT" b="1" dirty="0">
                <a:latin typeface="Raleway" pitchFamily="2" charset="77"/>
              </a:rPr>
              <a:t>LIVELLO 3</a:t>
            </a:r>
          </a:p>
          <a:p>
            <a:r>
              <a:rPr lang="it-IT" b="1" dirty="0">
                <a:latin typeface="Raleway" pitchFamily="2" charset="77"/>
              </a:rPr>
              <a:t>ORBITA - Integrato</a:t>
            </a:r>
          </a:p>
        </p:txBody>
      </p:sp>
      <p:sp>
        <p:nvSpPr>
          <p:cNvPr id="9" name="TextBox 8">
            <a:extLst>
              <a:ext uri="{FF2B5EF4-FFF2-40B4-BE49-F238E27FC236}">
                <a16:creationId xmlns:a16="http://schemas.microsoft.com/office/drawing/2014/main" id="{068AC7B9-8A1C-762A-E442-23B9BA5A780A}"/>
              </a:ext>
            </a:extLst>
          </p:cNvPr>
          <p:cNvSpPr txBox="1"/>
          <p:nvPr/>
        </p:nvSpPr>
        <p:spPr>
          <a:xfrm>
            <a:off x="970545" y="5489626"/>
            <a:ext cx="2737103" cy="646331"/>
          </a:xfrm>
          <a:prstGeom prst="rect">
            <a:avLst/>
          </a:prstGeom>
          <a:noFill/>
        </p:spPr>
        <p:txBody>
          <a:bodyPr wrap="square" rtlCol="0">
            <a:spAutoFit/>
          </a:bodyPr>
          <a:lstStyle/>
          <a:p>
            <a:r>
              <a:rPr lang="it-IT" b="1" dirty="0">
                <a:latin typeface="Raleway" pitchFamily="2" charset="77"/>
              </a:rPr>
              <a:t>LIVELLO 4</a:t>
            </a:r>
          </a:p>
          <a:p>
            <a:r>
              <a:rPr lang="it-IT" b="1" dirty="0">
                <a:latin typeface="Raleway" pitchFamily="2" charset="77"/>
              </a:rPr>
              <a:t>GRAVITÀ - Sistemico</a:t>
            </a:r>
          </a:p>
        </p:txBody>
      </p:sp>
      <p:sp>
        <p:nvSpPr>
          <p:cNvPr id="10" name="TextBox 9">
            <a:extLst>
              <a:ext uri="{FF2B5EF4-FFF2-40B4-BE49-F238E27FC236}">
                <a16:creationId xmlns:a16="http://schemas.microsoft.com/office/drawing/2014/main" id="{1B032442-7590-D13A-2577-B04F02348EB7}"/>
              </a:ext>
            </a:extLst>
          </p:cNvPr>
          <p:cNvSpPr txBox="1"/>
          <p:nvPr/>
        </p:nvSpPr>
        <p:spPr>
          <a:xfrm>
            <a:off x="3707647" y="3102708"/>
            <a:ext cx="7777213" cy="738664"/>
          </a:xfrm>
          <a:prstGeom prst="rect">
            <a:avLst/>
          </a:prstGeom>
          <a:noFill/>
        </p:spPr>
        <p:txBody>
          <a:bodyPr wrap="square" rtlCol="0">
            <a:spAutoFit/>
          </a:bodyPr>
          <a:lstStyle/>
          <a:p>
            <a:r>
              <a:rPr lang="it-IT" sz="1400" dirty="0">
                <a:latin typeface="Raleway" pitchFamily="2" charset="77"/>
              </a:rPr>
              <a:t>L’organizzazione inizia a definire priorità, responsabilità e obiettivi condivisi: emergono pratiche più strutturate e una direzione comune che orienta le scelte in modo più intenzionale.</a:t>
            </a:r>
          </a:p>
        </p:txBody>
      </p:sp>
      <p:sp>
        <p:nvSpPr>
          <p:cNvPr id="13" name="TextBox 12">
            <a:extLst>
              <a:ext uri="{FF2B5EF4-FFF2-40B4-BE49-F238E27FC236}">
                <a16:creationId xmlns:a16="http://schemas.microsoft.com/office/drawing/2014/main" id="{DC979404-D75F-B665-4908-0EFEC8107083}"/>
              </a:ext>
            </a:extLst>
          </p:cNvPr>
          <p:cNvSpPr txBox="1"/>
          <p:nvPr/>
        </p:nvSpPr>
        <p:spPr>
          <a:xfrm>
            <a:off x="3707647" y="4297730"/>
            <a:ext cx="7777213" cy="523220"/>
          </a:xfrm>
          <a:prstGeom prst="rect">
            <a:avLst/>
          </a:prstGeom>
          <a:noFill/>
        </p:spPr>
        <p:txBody>
          <a:bodyPr wrap="square" rtlCol="0">
            <a:spAutoFit/>
          </a:bodyPr>
          <a:lstStyle/>
          <a:p>
            <a:r>
              <a:rPr lang="it-IT" sz="1400" dirty="0">
                <a:latin typeface="Raleway" pitchFamily="2" charset="77"/>
              </a:rPr>
              <a:t>Strategia, processi, cultura e relazioni esterne iniziano a rafforzarsi reciprocamente: le pratiche diventano riconoscibili, diffuse e integrate nel modo di lavorare quotidiano.</a:t>
            </a:r>
          </a:p>
        </p:txBody>
      </p:sp>
      <p:sp>
        <p:nvSpPr>
          <p:cNvPr id="14" name="TextBox 13">
            <a:extLst>
              <a:ext uri="{FF2B5EF4-FFF2-40B4-BE49-F238E27FC236}">
                <a16:creationId xmlns:a16="http://schemas.microsoft.com/office/drawing/2014/main" id="{2791A1CA-BF74-7D47-632B-202FE779437B}"/>
              </a:ext>
            </a:extLst>
          </p:cNvPr>
          <p:cNvSpPr txBox="1"/>
          <p:nvPr/>
        </p:nvSpPr>
        <p:spPr>
          <a:xfrm>
            <a:off x="3707647" y="5489626"/>
            <a:ext cx="7777213" cy="738664"/>
          </a:xfrm>
          <a:prstGeom prst="rect">
            <a:avLst/>
          </a:prstGeom>
          <a:noFill/>
        </p:spPr>
        <p:txBody>
          <a:bodyPr wrap="square" rtlCol="0">
            <a:spAutoFit/>
          </a:bodyPr>
          <a:lstStyle/>
          <a:p>
            <a:r>
              <a:rPr lang="it-IT" sz="1400" dirty="0">
                <a:latin typeface="Raleway" pitchFamily="2" charset="77"/>
              </a:rPr>
              <a:t>La consistenza diventa una caratteristica distintiva: anche nel cambiamento, l’organizzazione mantiene coerenza tra valori, decisioni e comportamenti, generando fiducia, continuità e impatto interno ed esterno nel tempo.</a:t>
            </a:r>
          </a:p>
        </p:txBody>
      </p:sp>
    </p:spTree>
    <p:extLst>
      <p:ext uri="{BB962C8B-B14F-4D97-AF65-F5344CB8AC3E}">
        <p14:creationId xmlns:p14="http://schemas.microsoft.com/office/powerpoint/2010/main" val="177789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B6A9A-9C2F-6AAF-DD46-E170C8F4D72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D0F3C1-D77A-4D05-4AA4-467EE6F069C3}"/>
              </a:ext>
            </a:extLst>
          </p:cNvPr>
          <p:cNvSpPr txBox="1"/>
          <p:nvPr/>
        </p:nvSpPr>
        <p:spPr>
          <a:xfrm>
            <a:off x="970546" y="977089"/>
            <a:ext cx="5991727" cy="523220"/>
          </a:xfrm>
          <a:prstGeom prst="rect">
            <a:avLst/>
          </a:prstGeom>
          <a:noFill/>
        </p:spPr>
        <p:txBody>
          <a:bodyPr wrap="square" lIns="91440" tIns="45720" rIns="91440" bIns="45720" rtlCol="0" anchor="t">
            <a:spAutoFit/>
          </a:bodyPr>
          <a:lstStyle/>
          <a:p>
            <a:r>
              <a:rPr lang="it-IT" sz="2800" dirty="0"/>
              <a:t>TERMINOLOGIA</a:t>
            </a:r>
            <a:r>
              <a:rPr lang="it-IT" sz="2800"/>
              <a:t>/</a:t>
            </a:r>
            <a:r>
              <a:rPr lang="it-IT" sz="2800">
                <a:highlight>
                  <a:srgbClr val="00FFFF"/>
                </a:highlight>
              </a:rPr>
              <a:t>GLOSSARIO</a:t>
            </a:r>
          </a:p>
        </p:txBody>
      </p:sp>
      <p:sp>
        <p:nvSpPr>
          <p:cNvPr id="2" name="TextBox 1">
            <a:extLst>
              <a:ext uri="{FF2B5EF4-FFF2-40B4-BE49-F238E27FC236}">
                <a16:creationId xmlns:a16="http://schemas.microsoft.com/office/drawing/2014/main" id="{BDC6205D-21B1-8542-C10F-66FCBA9E7C4A}"/>
              </a:ext>
            </a:extLst>
          </p:cNvPr>
          <p:cNvSpPr txBox="1"/>
          <p:nvPr/>
        </p:nvSpPr>
        <p:spPr>
          <a:xfrm>
            <a:off x="970545" y="1730968"/>
            <a:ext cx="10844465" cy="4401205"/>
          </a:xfrm>
          <a:prstGeom prst="rect">
            <a:avLst/>
          </a:prstGeom>
          <a:noFill/>
        </p:spPr>
        <p:txBody>
          <a:bodyPr wrap="square" rtlCol="0">
            <a:spAutoFit/>
          </a:bodyPr>
          <a:lstStyle/>
          <a:p>
            <a:r>
              <a:rPr lang="it-IT" sz="1400" b="1" dirty="0">
                <a:latin typeface="Raleway" pitchFamily="2" charset="77"/>
              </a:rPr>
              <a:t>DEIA</a:t>
            </a:r>
          </a:p>
          <a:p>
            <a:r>
              <a:rPr lang="it-IT" sz="1400" b="1" dirty="0">
                <a:highlight>
                  <a:srgbClr val="FFFF00"/>
                </a:highlight>
                <a:latin typeface="Raleway" pitchFamily="2" charset="77"/>
              </a:rPr>
              <a:t>Diversità – Diversificazione – Identità diverse</a:t>
            </a:r>
          </a:p>
          <a:p>
            <a:r>
              <a:rPr lang="it-IT" sz="1400" dirty="0">
                <a:latin typeface="Raleway" pitchFamily="2" charset="77"/>
              </a:rPr>
              <a:t>Le aree della diversità rappresentano le principali caratteristiche, identità ed esperienze che possono influenzare il modo in cui le persone vivono il contesto lavorativo e sociale. Le organizzazioni possono considerare una o più di queste dimensioni nelle proprie strategie e iniziative di DEIA. Tra le principali aree della diversità riconosciute in letteratura si trovano: Genere e identità di genere, Disabilità, Etnia, Aspetto fisico, Religione o credo, Età e generazioni, Orientamento sessuale e affettivo, Status socio-economico.</a:t>
            </a:r>
          </a:p>
          <a:p>
            <a:r>
              <a:rPr lang="it-IT" sz="1400" b="1" dirty="0">
                <a:latin typeface="Raleway" pitchFamily="2" charset="77"/>
              </a:rPr>
              <a:t>Bias</a:t>
            </a:r>
          </a:p>
          <a:p>
            <a:r>
              <a:rPr lang="it-IT" sz="1400" dirty="0">
                <a:latin typeface="Raleway" pitchFamily="2" charset="77"/>
              </a:rPr>
              <a:t>Schemi mentali automatici che influenzano il modo in cui interpretiamo le informazioni e prendiamo decisioni. Possono generare valutazioni o comportamenti non intenzionalmente equi.</a:t>
            </a:r>
          </a:p>
          <a:p>
            <a:r>
              <a:rPr lang="it-IT" sz="1400" b="1" dirty="0">
                <a:latin typeface="Raleway" pitchFamily="2" charset="77"/>
              </a:rPr>
              <a:t>Leadership inclusiva</a:t>
            </a:r>
          </a:p>
          <a:p>
            <a:r>
              <a:rPr lang="it-IT" sz="1400" dirty="0">
                <a:latin typeface="Raleway" pitchFamily="2" charset="77"/>
              </a:rPr>
              <a:t>Approccio alla leadership che favorisce ascolto, partecipazione, valorizzazione delle differenze e coinvolgimento delle persone nei processi decisionali.</a:t>
            </a:r>
          </a:p>
          <a:p>
            <a:r>
              <a:rPr lang="it-IT" sz="1400" b="1" dirty="0">
                <a:latin typeface="Raleway" pitchFamily="2" charset="77"/>
              </a:rPr>
              <a:t>Sicurezza psicologica</a:t>
            </a:r>
          </a:p>
          <a:p>
            <a:r>
              <a:rPr lang="it-IT" sz="1400" dirty="0">
                <a:latin typeface="Raleway" pitchFamily="2" charset="77"/>
              </a:rPr>
              <a:t>Condizione in cui le persone si sentono libere di esprimere idee, dubbi, opinioni o errori senza timore di conseguenze negative o giudizi.</a:t>
            </a:r>
          </a:p>
          <a:p>
            <a:r>
              <a:rPr lang="it-IT" sz="1400" b="1" dirty="0">
                <a:latin typeface="Raleway" pitchFamily="2" charset="77"/>
              </a:rPr>
              <a:t>Linguaggio inclusivo</a:t>
            </a:r>
          </a:p>
          <a:p>
            <a:r>
              <a:rPr lang="it-IT" sz="1400" dirty="0">
                <a:latin typeface="Raleway" pitchFamily="2" charset="77"/>
              </a:rPr>
              <a:t>Utilizzo di forme comunicative che rispettano e rappresentano le diverse identità, esperienze e caratteristiche delle persone, evitando espressioni discriminatorie o escludenti.</a:t>
            </a:r>
          </a:p>
          <a:p>
            <a:endParaRPr lang="it-IT" sz="1400" dirty="0">
              <a:latin typeface="Raleway" pitchFamily="2" charset="77"/>
            </a:endParaRPr>
          </a:p>
        </p:txBody>
      </p:sp>
      <p:sp>
        <p:nvSpPr>
          <p:cNvPr id="4" name="Rettangolo 3">
            <a:extLst>
              <a:ext uri="{FF2B5EF4-FFF2-40B4-BE49-F238E27FC236}">
                <a16:creationId xmlns:a16="http://schemas.microsoft.com/office/drawing/2014/main" id="{C1F7D690-0B86-5F2D-2262-F9AB696CB0E3}"/>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Pagina statica</a:t>
            </a:r>
          </a:p>
        </p:txBody>
      </p:sp>
    </p:spTree>
    <p:extLst>
      <p:ext uri="{BB962C8B-B14F-4D97-AF65-F5344CB8AC3E}">
        <p14:creationId xmlns:p14="http://schemas.microsoft.com/office/powerpoint/2010/main" val="1367923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C3E7-66EA-4F6B-CA62-39E82F9F07A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862ED0A-B66E-B1E0-B107-29F4B57158CA}"/>
              </a:ext>
            </a:extLst>
          </p:cNvPr>
          <p:cNvSpPr txBox="1"/>
          <p:nvPr/>
        </p:nvSpPr>
        <p:spPr>
          <a:xfrm>
            <a:off x="970546" y="977089"/>
            <a:ext cx="5991727" cy="523220"/>
          </a:xfrm>
          <a:prstGeom prst="rect">
            <a:avLst/>
          </a:prstGeom>
          <a:noFill/>
        </p:spPr>
        <p:txBody>
          <a:bodyPr wrap="square" rtlCol="0">
            <a:spAutoFit/>
          </a:bodyPr>
          <a:lstStyle/>
          <a:p>
            <a:r>
              <a:rPr lang="en-IT" sz="2800"/>
              <a:t>TERMINOLOGIA</a:t>
            </a:r>
          </a:p>
        </p:txBody>
      </p:sp>
      <p:sp>
        <p:nvSpPr>
          <p:cNvPr id="2" name="TextBox 1">
            <a:extLst>
              <a:ext uri="{FF2B5EF4-FFF2-40B4-BE49-F238E27FC236}">
                <a16:creationId xmlns:a16="http://schemas.microsoft.com/office/drawing/2014/main" id="{2E936EA2-5270-A79B-2A6E-9C87D31F3F5D}"/>
              </a:ext>
            </a:extLst>
          </p:cNvPr>
          <p:cNvSpPr txBox="1"/>
          <p:nvPr/>
        </p:nvSpPr>
        <p:spPr>
          <a:xfrm>
            <a:off x="970545" y="1730968"/>
            <a:ext cx="10844465" cy="4401205"/>
          </a:xfrm>
          <a:prstGeom prst="rect">
            <a:avLst/>
          </a:prstGeom>
          <a:noFill/>
        </p:spPr>
        <p:txBody>
          <a:bodyPr wrap="square" rtlCol="0">
            <a:spAutoFit/>
          </a:bodyPr>
          <a:lstStyle/>
          <a:p>
            <a:r>
              <a:rPr lang="en-IT" sz="1400" b="1" dirty="0">
                <a:latin typeface="Raleway" pitchFamily="2" charset="77"/>
              </a:rPr>
              <a:t>Onboarding</a:t>
            </a:r>
          </a:p>
          <a:p>
            <a:r>
              <a:rPr lang="en-IT" sz="1400" dirty="0">
                <a:latin typeface="Raleway" pitchFamily="2" charset="77"/>
              </a:rPr>
              <a:t>Percorso di inserimento e accompagnamento delle persone neoassunte finalizzato a favorirne l’integrazione nell’organizzazione.</a:t>
            </a:r>
          </a:p>
          <a:p>
            <a:r>
              <a:rPr lang="en-IT" sz="1400" b="1" dirty="0">
                <a:latin typeface="Raleway" pitchFamily="2" charset="77"/>
              </a:rPr>
              <a:t>Stakeholder</a:t>
            </a:r>
          </a:p>
          <a:p>
            <a:r>
              <a:rPr lang="en-IT" sz="1400" dirty="0">
                <a:latin typeface="Raleway" pitchFamily="2" charset="77"/>
              </a:rPr>
              <a:t>Persone, gruppi o organizzazioni che influenzano o sono influenzati dalle attività dell’azienda (ad esempio dipendenti, clienti, fornitori, comunità locali, partner e investitori).</a:t>
            </a:r>
          </a:p>
          <a:p>
            <a:r>
              <a:rPr lang="en-IT" sz="1400" b="1" dirty="0">
                <a:latin typeface="Raleway" pitchFamily="2" charset="77"/>
              </a:rPr>
              <a:t>KPI</a:t>
            </a:r>
          </a:p>
          <a:p>
            <a:r>
              <a:rPr lang="en-IT" sz="1400" dirty="0">
                <a:latin typeface="Raleway" pitchFamily="2" charset="77"/>
              </a:rPr>
              <a:t>Indicatori utilizzati per monitorare il raggiungimento di specifici obiettivi e valutare l’efficacia delle azioni intraprese.</a:t>
            </a:r>
          </a:p>
          <a:p>
            <a:r>
              <a:rPr lang="en-IT" sz="1400" b="1" dirty="0">
                <a:latin typeface="Raleway" pitchFamily="2" charset="77"/>
              </a:rPr>
              <a:t>Governance</a:t>
            </a:r>
          </a:p>
          <a:p>
            <a:r>
              <a:rPr lang="en-IT" sz="1400" dirty="0">
                <a:latin typeface="Raleway" pitchFamily="2" charset="77"/>
              </a:rPr>
              <a:t>Insieme di ruoli, responsabilità, processi e meccanismi attraverso cui l’organizzazione indirizza, coordina e monitora un determinato ambito di attività.</a:t>
            </a:r>
          </a:p>
          <a:p>
            <a:r>
              <a:rPr lang="en-IT" sz="1400" b="1" dirty="0">
                <a:latin typeface="Raleway" pitchFamily="2" charset="77"/>
              </a:rPr>
              <a:t>Employer branding</a:t>
            </a:r>
          </a:p>
          <a:p>
            <a:r>
              <a:rPr lang="en-IT" sz="1400" dirty="0">
                <a:latin typeface="Raleway" pitchFamily="2" charset="77"/>
              </a:rPr>
              <a:t>Insieme delle azioni attraverso cui un’organizzazione comunica e costruisce la propria attrattività come luogo di lavoro.</a:t>
            </a:r>
          </a:p>
          <a:p>
            <a:r>
              <a:rPr lang="en-IT" sz="1400" b="1" dirty="0">
                <a:latin typeface="Raleway" pitchFamily="2" charset="77"/>
              </a:rPr>
              <a:t>Relazioni consapevoli</a:t>
            </a:r>
          </a:p>
          <a:p>
            <a:r>
              <a:rPr lang="en-IT" sz="1400" dirty="0">
                <a:latin typeface="Raleway" pitchFamily="2" charset="77"/>
              </a:rPr>
              <a:t>Modalità di interazione basate su ascolto, rispetto reciproco, attenzione ai bias e riconoscimento delle diverse prospettive presenti nell’organizzazione.</a:t>
            </a:r>
          </a:p>
          <a:p>
            <a:r>
              <a:rPr lang="en-IT" sz="1400" b="1" dirty="0">
                <a:latin typeface="Raleway" pitchFamily="2" charset="77"/>
              </a:rPr>
              <a:t>Longevità lavorativa</a:t>
            </a:r>
          </a:p>
          <a:p>
            <a:r>
              <a:rPr lang="en-IT" sz="1400" dirty="0">
                <a:latin typeface="Raleway" pitchFamily="2" charset="77"/>
              </a:rPr>
              <a:t>Capacità dell’organizzazione di favorire la sostenibilità del lavoro e la permanenza delle persone nel corso delle diverse fasi della vita professionale.</a:t>
            </a:r>
          </a:p>
          <a:p>
            <a:endParaRPr lang="en-IT" sz="1400" dirty="0">
              <a:latin typeface="Raleway" pitchFamily="2" charset="77"/>
              <a:sym typeface="Wingdings" pitchFamily="2" charset="2"/>
            </a:endParaRPr>
          </a:p>
          <a:p>
            <a:endParaRPr lang="en-IT" sz="1400" dirty="0">
              <a:latin typeface="Raleway" pitchFamily="2" charset="77"/>
            </a:endParaRPr>
          </a:p>
        </p:txBody>
      </p:sp>
      <p:sp>
        <p:nvSpPr>
          <p:cNvPr id="4" name="Rettangolo 3">
            <a:extLst>
              <a:ext uri="{FF2B5EF4-FFF2-40B4-BE49-F238E27FC236}">
                <a16:creationId xmlns:a16="http://schemas.microsoft.com/office/drawing/2014/main" id="{AC6B29A1-8E43-82F0-E7B0-38D7706D333D}"/>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23133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363EB-F615-4131-D1B4-B0ED86C089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72F9FDF-A973-7197-4729-5C6BF13D6169}"/>
              </a:ext>
            </a:extLst>
          </p:cNvPr>
          <p:cNvSpPr txBox="1"/>
          <p:nvPr/>
        </p:nvSpPr>
        <p:spPr>
          <a:xfrm>
            <a:off x="970546" y="977089"/>
            <a:ext cx="5991727" cy="523220"/>
          </a:xfrm>
          <a:prstGeom prst="rect">
            <a:avLst/>
          </a:prstGeom>
          <a:noFill/>
        </p:spPr>
        <p:txBody>
          <a:bodyPr wrap="square" rtlCol="0">
            <a:spAutoFit/>
          </a:bodyPr>
          <a:lstStyle/>
          <a:p>
            <a:r>
              <a:rPr lang="en-IT" sz="2800" b="1" dirty="0">
                <a:latin typeface="Raleway" pitchFamily="2" charset="77"/>
              </a:rPr>
              <a:t>LIVELLO GENERALE MATURITÀ</a:t>
            </a:r>
          </a:p>
        </p:txBody>
      </p:sp>
      <p:sp>
        <p:nvSpPr>
          <p:cNvPr id="3" name="TextBox 2">
            <a:extLst>
              <a:ext uri="{FF2B5EF4-FFF2-40B4-BE49-F238E27FC236}">
                <a16:creationId xmlns:a16="http://schemas.microsoft.com/office/drawing/2014/main" id="{B9BDE3F4-37C6-C793-6843-F633D26F9BEA}"/>
              </a:ext>
            </a:extLst>
          </p:cNvPr>
          <p:cNvSpPr txBox="1"/>
          <p:nvPr/>
        </p:nvSpPr>
        <p:spPr>
          <a:xfrm>
            <a:off x="1155032" y="1966589"/>
            <a:ext cx="2334126" cy="369332"/>
          </a:xfrm>
          <a:prstGeom prst="rect">
            <a:avLst/>
          </a:prstGeom>
          <a:noFill/>
        </p:spPr>
        <p:txBody>
          <a:bodyPr wrap="square" rtlCol="0">
            <a:spAutoFit/>
          </a:bodyPr>
          <a:lstStyle/>
          <a:p>
            <a:r>
              <a:rPr lang="en-IT">
                <a:latin typeface="Raleway" pitchFamily="2" charset="77"/>
              </a:rPr>
              <a:t>STRATEGIA</a:t>
            </a:r>
          </a:p>
        </p:txBody>
      </p:sp>
      <p:sp>
        <p:nvSpPr>
          <p:cNvPr id="4" name="TextBox 3">
            <a:extLst>
              <a:ext uri="{FF2B5EF4-FFF2-40B4-BE49-F238E27FC236}">
                <a16:creationId xmlns:a16="http://schemas.microsoft.com/office/drawing/2014/main" id="{76249BA1-7A16-EB36-07F1-41AA470370CD}"/>
              </a:ext>
            </a:extLst>
          </p:cNvPr>
          <p:cNvSpPr txBox="1"/>
          <p:nvPr/>
        </p:nvSpPr>
        <p:spPr>
          <a:xfrm>
            <a:off x="1155032" y="1615879"/>
            <a:ext cx="2334126" cy="400110"/>
          </a:xfrm>
          <a:prstGeom prst="rect">
            <a:avLst/>
          </a:prstGeom>
          <a:noFill/>
        </p:spPr>
        <p:txBody>
          <a:bodyPr wrap="square" rtlCol="0">
            <a:spAutoFit/>
          </a:bodyPr>
          <a:lstStyle/>
          <a:p>
            <a:r>
              <a:rPr lang="en-IT" sz="2000" b="1">
                <a:latin typeface="Raleway" pitchFamily="2" charset="77"/>
              </a:rPr>
              <a:t>AREA</a:t>
            </a:r>
          </a:p>
        </p:txBody>
      </p:sp>
      <p:sp>
        <p:nvSpPr>
          <p:cNvPr id="5" name="TextBox 4">
            <a:extLst>
              <a:ext uri="{FF2B5EF4-FFF2-40B4-BE49-F238E27FC236}">
                <a16:creationId xmlns:a16="http://schemas.microsoft.com/office/drawing/2014/main" id="{31533F62-7D13-8FC5-8406-3404AD58DF90}"/>
              </a:ext>
            </a:extLst>
          </p:cNvPr>
          <p:cNvSpPr txBox="1"/>
          <p:nvPr/>
        </p:nvSpPr>
        <p:spPr>
          <a:xfrm>
            <a:off x="1155032" y="3244334"/>
            <a:ext cx="1467852" cy="369332"/>
          </a:xfrm>
          <a:prstGeom prst="rect">
            <a:avLst/>
          </a:prstGeom>
          <a:noFill/>
        </p:spPr>
        <p:txBody>
          <a:bodyPr wrap="square" rtlCol="0">
            <a:spAutoFit/>
          </a:bodyPr>
          <a:lstStyle/>
          <a:p>
            <a:r>
              <a:rPr lang="en-IT">
                <a:latin typeface="Raleway" pitchFamily="2" charset="77"/>
              </a:rPr>
              <a:t>CULTURA</a:t>
            </a:r>
          </a:p>
        </p:txBody>
      </p:sp>
      <p:sp>
        <p:nvSpPr>
          <p:cNvPr id="7" name="TextBox 6">
            <a:extLst>
              <a:ext uri="{FF2B5EF4-FFF2-40B4-BE49-F238E27FC236}">
                <a16:creationId xmlns:a16="http://schemas.microsoft.com/office/drawing/2014/main" id="{F307066E-4B23-E01B-4EC5-8AEA483FD8BF}"/>
              </a:ext>
            </a:extLst>
          </p:cNvPr>
          <p:cNvSpPr txBox="1"/>
          <p:nvPr/>
        </p:nvSpPr>
        <p:spPr>
          <a:xfrm>
            <a:off x="1155032" y="4246784"/>
            <a:ext cx="2334126" cy="369332"/>
          </a:xfrm>
          <a:prstGeom prst="rect">
            <a:avLst/>
          </a:prstGeom>
          <a:noFill/>
        </p:spPr>
        <p:txBody>
          <a:bodyPr wrap="square" rtlCol="0">
            <a:spAutoFit/>
          </a:bodyPr>
          <a:lstStyle/>
          <a:p>
            <a:r>
              <a:rPr lang="en-IT">
                <a:latin typeface="Raleway" pitchFamily="2" charset="77"/>
              </a:rPr>
              <a:t>PROCESSI</a:t>
            </a:r>
          </a:p>
        </p:txBody>
      </p:sp>
      <p:sp>
        <p:nvSpPr>
          <p:cNvPr id="8" name="TextBox 7">
            <a:extLst>
              <a:ext uri="{FF2B5EF4-FFF2-40B4-BE49-F238E27FC236}">
                <a16:creationId xmlns:a16="http://schemas.microsoft.com/office/drawing/2014/main" id="{2939E06A-1EA8-2005-83C1-10FA1EB43B79}"/>
              </a:ext>
            </a:extLst>
          </p:cNvPr>
          <p:cNvSpPr txBox="1"/>
          <p:nvPr/>
        </p:nvSpPr>
        <p:spPr>
          <a:xfrm>
            <a:off x="1155032" y="5249234"/>
            <a:ext cx="2334126" cy="369332"/>
          </a:xfrm>
          <a:prstGeom prst="rect">
            <a:avLst/>
          </a:prstGeom>
          <a:noFill/>
        </p:spPr>
        <p:txBody>
          <a:bodyPr wrap="square" rtlCol="0">
            <a:spAutoFit/>
          </a:bodyPr>
          <a:lstStyle/>
          <a:p>
            <a:r>
              <a:rPr lang="en-IT">
                <a:latin typeface="Raleway" pitchFamily="2" charset="77"/>
              </a:rPr>
              <a:t>MERCATO</a:t>
            </a:r>
          </a:p>
        </p:txBody>
      </p:sp>
      <p:sp>
        <p:nvSpPr>
          <p:cNvPr id="9" name="TextBox 8">
            <a:extLst>
              <a:ext uri="{FF2B5EF4-FFF2-40B4-BE49-F238E27FC236}">
                <a16:creationId xmlns:a16="http://schemas.microsoft.com/office/drawing/2014/main" id="{8FD15120-BB67-9F82-EDBC-00687320745B}"/>
              </a:ext>
            </a:extLst>
          </p:cNvPr>
          <p:cNvSpPr txBox="1"/>
          <p:nvPr/>
        </p:nvSpPr>
        <p:spPr>
          <a:xfrm>
            <a:off x="3100138" y="1615879"/>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0" name="TextBox 9">
            <a:extLst>
              <a:ext uri="{FF2B5EF4-FFF2-40B4-BE49-F238E27FC236}">
                <a16:creationId xmlns:a16="http://schemas.microsoft.com/office/drawing/2014/main" id="{7379D2A7-F2C6-6A67-20F1-EB135EAC3D52}"/>
              </a:ext>
            </a:extLst>
          </p:cNvPr>
          <p:cNvSpPr txBox="1"/>
          <p:nvPr/>
        </p:nvSpPr>
        <p:spPr>
          <a:xfrm>
            <a:off x="3124202" y="1910656"/>
            <a:ext cx="2334126" cy="369332"/>
          </a:xfrm>
          <a:prstGeom prst="rect">
            <a:avLst/>
          </a:prstGeom>
          <a:noFill/>
        </p:spPr>
        <p:txBody>
          <a:bodyPr wrap="square" rtlCol="0">
            <a:spAutoFit/>
          </a:bodyPr>
          <a:lstStyle/>
          <a:p>
            <a:r>
              <a:rPr lang="en-IT">
                <a:latin typeface="Raleway" pitchFamily="2" charset="77"/>
              </a:rPr>
              <a:t>2 - ROTTA</a:t>
            </a:r>
          </a:p>
        </p:txBody>
      </p:sp>
      <p:sp>
        <p:nvSpPr>
          <p:cNvPr id="11" name="TextBox 10">
            <a:extLst>
              <a:ext uri="{FF2B5EF4-FFF2-40B4-BE49-F238E27FC236}">
                <a16:creationId xmlns:a16="http://schemas.microsoft.com/office/drawing/2014/main" id="{C1FDEBE6-E907-7F9B-F04E-AB5958868CA9}"/>
              </a:ext>
            </a:extLst>
          </p:cNvPr>
          <p:cNvSpPr txBox="1"/>
          <p:nvPr/>
        </p:nvSpPr>
        <p:spPr>
          <a:xfrm>
            <a:off x="3124202" y="3231121"/>
            <a:ext cx="2334126" cy="369332"/>
          </a:xfrm>
          <a:prstGeom prst="rect">
            <a:avLst/>
          </a:prstGeom>
          <a:noFill/>
        </p:spPr>
        <p:txBody>
          <a:bodyPr wrap="square" rtlCol="0">
            <a:spAutoFit/>
          </a:bodyPr>
          <a:lstStyle/>
          <a:p>
            <a:r>
              <a:rPr lang="en-IT">
                <a:latin typeface="Raleway" pitchFamily="2" charset="77"/>
              </a:rPr>
              <a:t>1 - DERIVA</a:t>
            </a:r>
          </a:p>
        </p:txBody>
      </p:sp>
      <p:sp>
        <p:nvSpPr>
          <p:cNvPr id="12" name="TextBox 11">
            <a:extLst>
              <a:ext uri="{FF2B5EF4-FFF2-40B4-BE49-F238E27FC236}">
                <a16:creationId xmlns:a16="http://schemas.microsoft.com/office/drawing/2014/main" id="{1DAC8C18-E2B2-A26C-5710-7F53EC244219}"/>
              </a:ext>
            </a:extLst>
          </p:cNvPr>
          <p:cNvSpPr txBox="1"/>
          <p:nvPr/>
        </p:nvSpPr>
        <p:spPr>
          <a:xfrm>
            <a:off x="8733266" y="3413822"/>
            <a:ext cx="3705727" cy="369332"/>
          </a:xfrm>
          <a:prstGeom prst="rect">
            <a:avLst/>
          </a:prstGeom>
          <a:noFill/>
        </p:spPr>
        <p:txBody>
          <a:bodyPr wrap="square" rtlCol="0">
            <a:spAutoFit/>
          </a:bodyPr>
          <a:lstStyle/>
          <a:p>
            <a:r>
              <a:rPr lang="en-IT">
                <a:latin typeface="Raleway" pitchFamily="2" charset="77"/>
              </a:rPr>
              <a:t>RADAR</a:t>
            </a:r>
          </a:p>
        </p:txBody>
      </p:sp>
      <p:sp>
        <p:nvSpPr>
          <p:cNvPr id="13" name="TextBox 12">
            <a:extLst>
              <a:ext uri="{FF2B5EF4-FFF2-40B4-BE49-F238E27FC236}">
                <a16:creationId xmlns:a16="http://schemas.microsoft.com/office/drawing/2014/main" id="{09B4FAD8-583D-106A-49DB-440352C99445}"/>
              </a:ext>
            </a:extLst>
          </p:cNvPr>
          <p:cNvSpPr txBox="1"/>
          <p:nvPr/>
        </p:nvSpPr>
        <p:spPr>
          <a:xfrm>
            <a:off x="6958403" y="5615626"/>
            <a:ext cx="3777916" cy="646331"/>
          </a:xfrm>
          <a:prstGeom prst="rect">
            <a:avLst/>
          </a:prstGeom>
          <a:solidFill>
            <a:schemeClr val="accent1"/>
          </a:solidFill>
        </p:spPr>
        <p:txBody>
          <a:bodyPr wrap="square" lIns="91440" tIns="45720" rIns="91440" bIns="45720" rtlCol="0" anchor="t">
            <a:spAutoFit/>
          </a:bodyPr>
          <a:lstStyle/>
          <a:p>
            <a:r>
              <a:rPr lang="en-IT" err="1">
                <a:solidFill>
                  <a:srgbClr val="FFFFFF"/>
                </a:solidFill>
                <a:latin typeface="Raleway" pitchFamily="2" charset="77"/>
              </a:rPr>
              <a:t>Commento</a:t>
            </a:r>
            <a:r>
              <a:rPr lang="en-IT">
                <a:solidFill>
                  <a:srgbClr val="FFFFFF"/>
                </a:solidFill>
                <a:latin typeface="Raleway" pitchFamily="2" charset="77"/>
              </a:rPr>
              <a:t> </a:t>
            </a:r>
            <a:r>
              <a:rPr lang="en-IT" err="1">
                <a:solidFill>
                  <a:srgbClr val="FFFFFF"/>
                </a:solidFill>
                <a:latin typeface="Raleway" pitchFamily="2" charset="77"/>
              </a:rPr>
              <a:t>sintetico</a:t>
            </a:r>
            <a:r>
              <a:rPr lang="en-IT">
                <a:solidFill>
                  <a:srgbClr val="FFFFFF"/>
                </a:solidFill>
                <a:latin typeface="Raleway" pitchFamily="2" charset="77"/>
              </a:rPr>
              <a:t> generale</a:t>
            </a:r>
            <a:endParaRPr lang="it-IT">
              <a:latin typeface="Raleway" pitchFamily="2" charset="77"/>
            </a:endParaRPr>
          </a:p>
          <a:p>
            <a:r>
              <a:rPr lang="en-IT">
                <a:solidFill>
                  <a:srgbClr val="FFFFFF"/>
                </a:solidFill>
                <a:latin typeface="Raleway" pitchFamily="2" charset="77"/>
              </a:rPr>
              <a:t>(256 COMBINAZIONI)?</a:t>
            </a:r>
            <a:endParaRPr lang="en-IT">
              <a:latin typeface="Raleway" pitchFamily="2" charset="77"/>
            </a:endParaRPr>
          </a:p>
        </p:txBody>
      </p:sp>
      <p:sp>
        <p:nvSpPr>
          <p:cNvPr id="15" name="Rettangolo 14">
            <a:extLst>
              <a:ext uri="{FF2B5EF4-FFF2-40B4-BE49-F238E27FC236}">
                <a16:creationId xmlns:a16="http://schemas.microsoft.com/office/drawing/2014/main" id="{0EE0D5DC-65BD-3891-9767-BE9C237C159B}"/>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p>
        </p:txBody>
      </p:sp>
    </p:spTree>
    <p:extLst>
      <p:ext uri="{BB962C8B-B14F-4D97-AF65-F5344CB8AC3E}">
        <p14:creationId xmlns:p14="http://schemas.microsoft.com/office/powerpoint/2010/main" val="360812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9A65-9AD7-3F40-5635-F7CEFB75FC2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4CF892E-C387-B2C1-0B33-CF66197E060C}"/>
              </a:ext>
            </a:extLst>
          </p:cNvPr>
          <p:cNvSpPr txBox="1"/>
          <p:nvPr/>
        </p:nvSpPr>
        <p:spPr>
          <a:xfrm>
            <a:off x="970546" y="977089"/>
            <a:ext cx="5991727" cy="523220"/>
          </a:xfrm>
          <a:prstGeom prst="rect">
            <a:avLst/>
          </a:prstGeom>
          <a:noFill/>
        </p:spPr>
        <p:txBody>
          <a:bodyPr wrap="square" rtlCol="0">
            <a:spAutoFit/>
          </a:bodyPr>
          <a:lstStyle/>
          <a:p>
            <a:r>
              <a:rPr lang="en-IT" sz="2800" b="1">
                <a:latin typeface="Raleway" pitchFamily="2" charset="77"/>
              </a:rPr>
              <a:t>STRATEGIA</a:t>
            </a:r>
          </a:p>
        </p:txBody>
      </p:sp>
      <p:sp>
        <p:nvSpPr>
          <p:cNvPr id="9" name="TextBox 8">
            <a:extLst>
              <a:ext uri="{FF2B5EF4-FFF2-40B4-BE49-F238E27FC236}">
                <a16:creationId xmlns:a16="http://schemas.microsoft.com/office/drawing/2014/main" id="{79942872-795F-B1A8-93E2-F284EE32EBA0}"/>
              </a:ext>
            </a:extLst>
          </p:cNvPr>
          <p:cNvSpPr txBox="1"/>
          <p:nvPr/>
        </p:nvSpPr>
        <p:spPr>
          <a:xfrm>
            <a:off x="1050758" y="1653374"/>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0" name="TextBox 9">
            <a:extLst>
              <a:ext uri="{FF2B5EF4-FFF2-40B4-BE49-F238E27FC236}">
                <a16:creationId xmlns:a16="http://schemas.microsoft.com/office/drawing/2014/main" id="{B1357F0B-0CCA-EED1-2B1A-75D83C28267D}"/>
              </a:ext>
            </a:extLst>
          </p:cNvPr>
          <p:cNvSpPr txBox="1"/>
          <p:nvPr/>
        </p:nvSpPr>
        <p:spPr>
          <a:xfrm>
            <a:off x="1074822" y="1948151"/>
            <a:ext cx="2334126" cy="369332"/>
          </a:xfrm>
          <a:prstGeom prst="rect">
            <a:avLst/>
          </a:prstGeom>
          <a:noFill/>
        </p:spPr>
        <p:txBody>
          <a:bodyPr wrap="square" rtlCol="0">
            <a:spAutoFit/>
          </a:bodyPr>
          <a:lstStyle/>
          <a:p>
            <a:r>
              <a:rPr lang="en-IT">
                <a:latin typeface="Raleway" pitchFamily="2" charset="77"/>
              </a:rPr>
              <a:t>2 - ROTTA</a:t>
            </a:r>
          </a:p>
        </p:txBody>
      </p:sp>
      <p:sp>
        <p:nvSpPr>
          <p:cNvPr id="12" name="TextBox 11">
            <a:extLst>
              <a:ext uri="{FF2B5EF4-FFF2-40B4-BE49-F238E27FC236}">
                <a16:creationId xmlns:a16="http://schemas.microsoft.com/office/drawing/2014/main" id="{4E01A6E9-78A7-6832-1350-E5F8075D2E37}"/>
              </a:ext>
            </a:extLst>
          </p:cNvPr>
          <p:cNvSpPr txBox="1"/>
          <p:nvPr/>
        </p:nvSpPr>
        <p:spPr>
          <a:xfrm>
            <a:off x="8819147" y="445299"/>
            <a:ext cx="3705727" cy="369332"/>
          </a:xfrm>
          <a:prstGeom prst="rect">
            <a:avLst/>
          </a:prstGeom>
          <a:noFill/>
        </p:spPr>
        <p:txBody>
          <a:bodyPr wrap="square" rtlCol="0">
            <a:spAutoFit/>
          </a:bodyPr>
          <a:lstStyle/>
          <a:p>
            <a:r>
              <a:rPr lang="en-IT"/>
              <a:t>RADAR</a:t>
            </a:r>
          </a:p>
        </p:txBody>
      </p:sp>
      <p:sp>
        <p:nvSpPr>
          <p:cNvPr id="15" name="TextBox 14">
            <a:extLst>
              <a:ext uri="{FF2B5EF4-FFF2-40B4-BE49-F238E27FC236}">
                <a16:creationId xmlns:a16="http://schemas.microsoft.com/office/drawing/2014/main" id="{5C34E772-B4BF-37C1-0323-C989C3CCD06B}"/>
              </a:ext>
            </a:extLst>
          </p:cNvPr>
          <p:cNvSpPr txBox="1"/>
          <p:nvPr/>
        </p:nvSpPr>
        <p:spPr>
          <a:xfrm>
            <a:off x="3228473" y="1641537"/>
            <a:ext cx="2334126" cy="400110"/>
          </a:xfrm>
          <a:prstGeom prst="rect">
            <a:avLst/>
          </a:prstGeom>
          <a:noFill/>
        </p:spPr>
        <p:txBody>
          <a:bodyPr wrap="square" rtlCol="0">
            <a:spAutoFit/>
          </a:bodyPr>
          <a:lstStyle/>
          <a:p>
            <a:r>
              <a:rPr lang="en-IT" sz="2000" b="1">
                <a:latin typeface="Raleway" pitchFamily="2" charset="77"/>
              </a:rPr>
              <a:t>COMMENTO</a:t>
            </a:r>
          </a:p>
        </p:txBody>
      </p:sp>
      <p:sp>
        <p:nvSpPr>
          <p:cNvPr id="16" name="TextBox 15">
            <a:extLst>
              <a:ext uri="{FF2B5EF4-FFF2-40B4-BE49-F238E27FC236}">
                <a16:creationId xmlns:a16="http://schemas.microsoft.com/office/drawing/2014/main" id="{A96CF835-5D90-4A77-1BD8-0E7FAE49E9AF}"/>
              </a:ext>
            </a:extLst>
          </p:cNvPr>
          <p:cNvSpPr txBox="1"/>
          <p:nvPr/>
        </p:nvSpPr>
        <p:spPr>
          <a:xfrm>
            <a:off x="3252537" y="1988980"/>
            <a:ext cx="6091988" cy="1200329"/>
          </a:xfrm>
          <a:prstGeom prst="rect">
            <a:avLst/>
          </a:prstGeom>
          <a:noFill/>
        </p:spPr>
        <p:txBody>
          <a:bodyPr wrap="square" rtlCol="0">
            <a:spAutoFit/>
          </a:bodyPr>
          <a:lstStyle/>
          <a:p>
            <a:r>
              <a:rPr lang="en-IT" sz="1200" i="1" dirty="0">
                <a:latin typeface="Raleway" pitchFamily="2" charset="77"/>
              </a:rPr>
              <a:t>L’organizzazione inizia a definire una direzione più chiara rispetto ai temi DEIA, introducendo obiettivi, responsabilità e strumenti di pianificazione più strutturati. La leadership riconosce il valore strategico della cultura organizzativa, dell’inclusione e della sostenibilità delle pratiche interne, favorendo un primo allineamento tra visione e azione. Restano tuttavia differenze significative tra funzioni e livelli organizzativi, e la capacità di tradurre gli obiettivi in comportamenti coerenti è ancora in evoluzione.</a:t>
            </a:r>
            <a:endParaRPr lang="en-IT" sz="1200" dirty="0">
              <a:latin typeface="Raleway" pitchFamily="2" charset="77"/>
            </a:endParaRPr>
          </a:p>
        </p:txBody>
      </p:sp>
      <p:sp>
        <p:nvSpPr>
          <p:cNvPr id="17" name="TextBox 16">
            <a:extLst>
              <a:ext uri="{FF2B5EF4-FFF2-40B4-BE49-F238E27FC236}">
                <a16:creationId xmlns:a16="http://schemas.microsoft.com/office/drawing/2014/main" id="{5FF0DC5E-4AA4-32E3-2297-497B71CCDB50}"/>
              </a:ext>
            </a:extLst>
          </p:cNvPr>
          <p:cNvSpPr txBox="1"/>
          <p:nvPr/>
        </p:nvSpPr>
        <p:spPr>
          <a:xfrm>
            <a:off x="1054767" y="3638532"/>
            <a:ext cx="3481138" cy="369332"/>
          </a:xfrm>
          <a:prstGeom prst="rect">
            <a:avLst/>
          </a:prstGeom>
          <a:noFill/>
        </p:spPr>
        <p:txBody>
          <a:bodyPr wrap="square" rtlCol="0">
            <a:spAutoFit/>
          </a:bodyPr>
          <a:lstStyle/>
          <a:p>
            <a:r>
              <a:rPr lang="en-IT" dirty="0">
                <a:latin typeface="Raleway" pitchFamily="2" charset="77"/>
              </a:rPr>
              <a:t>STRATEGIA E PIANIFICAZIONE</a:t>
            </a:r>
          </a:p>
        </p:txBody>
      </p:sp>
      <p:sp>
        <p:nvSpPr>
          <p:cNvPr id="18" name="TextBox 17">
            <a:extLst>
              <a:ext uri="{FF2B5EF4-FFF2-40B4-BE49-F238E27FC236}">
                <a16:creationId xmlns:a16="http://schemas.microsoft.com/office/drawing/2014/main" id="{2C900630-AB86-A361-7211-12FF463954AC}"/>
              </a:ext>
            </a:extLst>
          </p:cNvPr>
          <p:cNvSpPr txBox="1"/>
          <p:nvPr/>
        </p:nvSpPr>
        <p:spPr>
          <a:xfrm>
            <a:off x="1054767" y="3354211"/>
            <a:ext cx="2334126" cy="400110"/>
          </a:xfrm>
          <a:prstGeom prst="rect">
            <a:avLst/>
          </a:prstGeom>
          <a:noFill/>
        </p:spPr>
        <p:txBody>
          <a:bodyPr wrap="square" rtlCol="0">
            <a:spAutoFit/>
          </a:bodyPr>
          <a:lstStyle/>
          <a:p>
            <a:r>
              <a:rPr lang="en-IT" sz="2000" b="1">
                <a:latin typeface="Raleway" pitchFamily="2" charset="77"/>
              </a:rPr>
              <a:t>SOTTOGRUPPO</a:t>
            </a:r>
          </a:p>
        </p:txBody>
      </p:sp>
      <p:sp>
        <p:nvSpPr>
          <p:cNvPr id="19" name="TextBox 18">
            <a:extLst>
              <a:ext uri="{FF2B5EF4-FFF2-40B4-BE49-F238E27FC236}">
                <a16:creationId xmlns:a16="http://schemas.microsoft.com/office/drawing/2014/main" id="{112A4EA8-CC95-B0FA-C242-5DCECA5C62CF}"/>
              </a:ext>
            </a:extLst>
          </p:cNvPr>
          <p:cNvSpPr txBox="1"/>
          <p:nvPr/>
        </p:nvSpPr>
        <p:spPr>
          <a:xfrm>
            <a:off x="4660232" y="3342374"/>
            <a:ext cx="2334126" cy="400110"/>
          </a:xfrm>
          <a:prstGeom prst="rect">
            <a:avLst/>
          </a:prstGeom>
          <a:noFill/>
        </p:spPr>
        <p:txBody>
          <a:bodyPr wrap="square" rtlCol="0">
            <a:spAutoFit/>
          </a:bodyPr>
          <a:lstStyle/>
          <a:p>
            <a:r>
              <a:rPr lang="en-IT" sz="2000" b="1">
                <a:latin typeface="Raleway" pitchFamily="2" charset="77"/>
              </a:rPr>
              <a:t>RISULTATO</a:t>
            </a:r>
          </a:p>
        </p:txBody>
      </p:sp>
      <p:sp>
        <p:nvSpPr>
          <p:cNvPr id="20" name="TextBox 19">
            <a:extLst>
              <a:ext uri="{FF2B5EF4-FFF2-40B4-BE49-F238E27FC236}">
                <a16:creationId xmlns:a16="http://schemas.microsoft.com/office/drawing/2014/main" id="{1553E3DB-9E20-28D5-923D-FFFBB44D39F3}"/>
              </a:ext>
            </a:extLst>
          </p:cNvPr>
          <p:cNvSpPr txBox="1"/>
          <p:nvPr/>
        </p:nvSpPr>
        <p:spPr>
          <a:xfrm>
            <a:off x="6793833" y="3306077"/>
            <a:ext cx="3481138" cy="400110"/>
          </a:xfrm>
          <a:prstGeom prst="rect">
            <a:avLst/>
          </a:prstGeom>
          <a:noFill/>
        </p:spPr>
        <p:txBody>
          <a:bodyPr wrap="square" rtlCol="0">
            <a:spAutoFit/>
          </a:bodyPr>
          <a:lstStyle/>
          <a:p>
            <a:r>
              <a:rPr lang="en-IT" sz="2000" b="1">
                <a:latin typeface="Raleway" pitchFamily="2" charset="77"/>
              </a:rPr>
              <a:t>ATTIVITÀ SUGGERITE</a:t>
            </a:r>
          </a:p>
        </p:txBody>
      </p:sp>
      <p:sp>
        <p:nvSpPr>
          <p:cNvPr id="21" name="TextBox 20">
            <a:extLst>
              <a:ext uri="{FF2B5EF4-FFF2-40B4-BE49-F238E27FC236}">
                <a16:creationId xmlns:a16="http://schemas.microsoft.com/office/drawing/2014/main" id="{BB9DAC78-3159-6146-C2BE-4DCC2997F948}"/>
              </a:ext>
            </a:extLst>
          </p:cNvPr>
          <p:cNvSpPr txBox="1"/>
          <p:nvPr/>
        </p:nvSpPr>
        <p:spPr>
          <a:xfrm>
            <a:off x="4748843" y="3638532"/>
            <a:ext cx="2334126" cy="369332"/>
          </a:xfrm>
          <a:prstGeom prst="rect">
            <a:avLst/>
          </a:prstGeom>
          <a:noFill/>
        </p:spPr>
        <p:txBody>
          <a:bodyPr wrap="square" rtlCol="0">
            <a:spAutoFit/>
          </a:bodyPr>
          <a:lstStyle/>
          <a:p>
            <a:r>
              <a:rPr lang="en-IT">
                <a:latin typeface="Raleway" pitchFamily="2" charset="77"/>
              </a:rPr>
              <a:t>2 - ROTTA</a:t>
            </a:r>
          </a:p>
        </p:txBody>
      </p:sp>
      <p:sp>
        <p:nvSpPr>
          <p:cNvPr id="22" name="TextBox 21">
            <a:extLst>
              <a:ext uri="{FF2B5EF4-FFF2-40B4-BE49-F238E27FC236}">
                <a16:creationId xmlns:a16="http://schemas.microsoft.com/office/drawing/2014/main" id="{F4C9A03C-74B0-5EC9-5789-AE9F63AEADD6}"/>
              </a:ext>
            </a:extLst>
          </p:cNvPr>
          <p:cNvSpPr txBox="1"/>
          <p:nvPr/>
        </p:nvSpPr>
        <p:spPr>
          <a:xfrm>
            <a:off x="6793833" y="3638532"/>
            <a:ext cx="4311314" cy="830997"/>
          </a:xfrm>
          <a:prstGeom prst="rect">
            <a:avLst/>
          </a:prstGeom>
          <a:noFill/>
        </p:spPr>
        <p:txBody>
          <a:bodyPr wrap="square" rtlCol="0">
            <a:spAutoFit/>
          </a:bodyPr>
          <a:lstStyle/>
          <a:p>
            <a:r>
              <a:rPr lang="en-GB" sz="1200" i="1" err="1">
                <a:latin typeface="Raleway" pitchFamily="2" charset="77"/>
              </a:rPr>
              <a:t>Integrare</a:t>
            </a:r>
            <a:r>
              <a:rPr lang="en-GB" sz="1200" i="1">
                <a:latin typeface="Raleway" pitchFamily="2" charset="77"/>
              </a:rPr>
              <a:t> </a:t>
            </a:r>
            <a:r>
              <a:rPr lang="en-GB" sz="1200" i="1" err="1">
                <a:latin typeface="Raleway" pitchFamily="2" charset="77"/>
              </a:rPr>
              <a:t>gli</a:t>
            </a:r>
            <a:r>
              <a:rPr lang="en-GB" sz="1200" i="1">
                <a:latin typeface="Raleway" pitchFamily="2" charset="77"/>
              </a:rPr>
              <a:t> </a:t>
            </a:r>
            <a:r>
              <a:rPr lang="en-GB" sz="1200" i="1" err="1">
                <a:latin typeface="Raleway" pitchFamily="2" charset="77"/>
              </a:rPr>
              <a:t>obiettivi</a:t>
            </a:r>
            <a:r>
              <a:rPr lang="en-GB" sz="1200" i="1">
                <a:latin typeface="Raleway" pitchFamily="2" charset="77"/>
              </a:rPr>
              <a:t> DEIA </a:t>
            </a:r>
            <a:r>
              <a:rPr lang="en-GB" sz="1200" i="1" err="1">
                <a:latin typeface="Raleway" pitchFamily="2" charset="77"/>
              </a:rPr>
              <a:t>nei</a:t>
            </a:r>
            <a:r>
              <a:rPr lang="en-GB" sz="1200" i="1">
                <a:latin typeface="Raleway" pitchFamily="2" charset="77"/>
              </a:rPr>
              <a:t> </a:t>
            </a:r>
            <a:r>
              <a:rPr lang="en-GB" sz="1200" i="1" err="1">
                <a:latin typeface="Raleway" pitchFamily="2" charset="77"/>
              </a:rPr>
              <a:t>processi</a:t>
            </a:r>
            <a:r>
              <a:rPr lang="en-GB" sz="1200" i="1">
                <a:latin typeface="Raleway" pitchFamily="2" charset="77"/>
              </a:rPr>
              <a:t> di </a:t>
            </a:r>
            <a:r>
              <a:rPr lang="en-GB" sz="1200" i="1" err="1">
                <a:latin typeface="Raleway" pitchFamily="2" charset="77"/>
              </a:rPr>
              <a:t>pianificazione</a:t>
            </a:r>
            <a:r>
              <a:rPr lang="en-GB" sz="1200" i="1">
                <a:latin typeface="Raleway" pitchFamily="2" charset="77"/>
              </a:rPr>
              <a:t> </a:t>
            </a:r>
            <a:r>
              <a:rPr lang="en-GB" sz="1200" i="1" err="1">
                <a:latin typeface="Raleway" pitchFamily="2" charset="77"/>
              </a:rPr>
              <a:t>aziendale</a:t>
            </a:r>
            <a:r>
              <a:rPr lang="en-GB" sz="1200" i="1">
                <a:latin typeface="Raleway" pitchFamily="2" charset="77"/>
              </a:rPr>
              <a:t> e </a:t>
            </a:r>
            <a:r>
              <a:rPr lang="en-GB" sz="1200" i="1" err="1">
                <a:latin typeface="Raleway" pitchFamily="2" charset="77"/>
              </a:rPr>
              <a:t>nei</a:t>
            </a:r>
            <a:r>
              <a:rPr lang="en-GB" sz="1200" i="1">
                <a:latin typeface="Raleway" pitchFamily="2" charset="77"/>
              </a:rPr>
              <a:t> </a:t>
            </a:r>
            <a:r>
              <a:rPr lang="en-GB" sz="1200" i="1" err="1">
                <a:latin typeface="Raleway" pitchFamily="2" charset="77"/>
              </a:rPr>
              <a:t>momenti</a:t>
            </a:r>
            <a:r>
              <a:rPr lang="en-GB" sz="1200" i="1">
                <a:latin typeface="Raleway" pitchFamily="2" charset="77"/>
              </a:rPr>
              <a:t> </a:t>
            </a:r>
            <a:r>
              <a:rPr lang="en-GB" sz="1200" i="1" err="1">
                <a:latin typeface="Raleway" pitchFamily="2" charset="77"/>
              </a:rPr>
              <a:t>decisionali</a:t>
            </a:r>
            <a:r>
              <a:rPr lang="en-GB" sz="1200" i="1">
                <a:latin typeface="Raleway" pitchFamily="2" charset="77"/>
              </a:rPr>
              <a:t> </a:t>
            </a:r>
            <a:r>
              <a:rPr lang="en-GB" sz="1200" i="1" err="1">
                <a:latin typeface="Raleway" pitchFamily="2" charset="77"/>
              </a:rPr>
              <a:t>più</a:t>
            </a:r>
            <a:r>
              <a:rPr lang="en-GB" sz="1200" i="1">
                <a:latin typeface="Raleway" pitchFamily="2" charset="77"/>
              </a:rPr>
              <a:t> </a:t>
            </a:r>
            <a:r>
              <a:rPr lang="en-GB" sz="1200" i="1" err="1">
                <a:latin typeface="Raleway" pitchFamily="2" charset="77"/>
              </a:rPr>
              <a:t>rilevanti</a:t>
            </a:r>
            <a:r>
              <a:rPr lang="en-GB" sz="1200" i="1">
                <a:latin typeface="Raleway" pitchFamily="2" charset="77"/>
              </a:rPr>
              <a:t>. </a:t>
            </a:r>
            <a:r>
              <a:rPr lang="en-GB" sz="1200" i="1" err="1">
                <a:latin typeface="Raleway" pitchFamily="2" charset="77"/>
              </a:rPr>
              <a:t>Rafforzare</a:t>
            </a:r>
            <a:r>
              <a:rPr lang="en-GB" sz="1200" i="1">
                <a:latin typeface="Raleway" pitchFamily="2" charset="77"/>
              </a:rPr>
              <a:t> </a:t>
            </a:r>
            <a:r>
              <a:rPr lang="en-GB" sz="1200" i="1" err="1">
                <a:latin typeface="Raleway" pitchFamily="2" charset="77"/>
              </a:rPr>
              <a:t>coordinamento</a:t>
            </a:r>
            <a:r>
              <a:rPr lang="en-GB" sz="1200" i="1">
                <a:latin typeface="Raleway" pitchFamily="2" charset="77"/>
              </a:rPr>
              <a:t>, </a:t>
            </a:r>
            <a:r>
              <a:rPr lang="en-GB" sz="1200" i="1" err="1">
                <a:latin typeface="Raleway" pitchFamily="2" charset="77"/>
              </a:rPr>
              <a:t>allocazione</a:t>
            </a:r>
            <a:r>
              <a:rPr lang="en-GB" sz="1200" i="1">
                <a:latin typeface="Raleway" pitchFamily="2" charset="77"/>
              </a:rPr>
              <a:t> di </a:t>
            </a:r>
            <a:r>
              <a:rPr lang="en-GB" sz="1200" i="1" err="1">
                <a:latin typeface="Raleway" pitchFamily="2" charset="77"/>
              </a:rPr>
              <a:t>risorse</a:t>
            </a:r>
            <a:r>
              <a:rPr lang="en-GB" sz="1200" i="1">
                <a:latin typeface="Raleway" pitchFamily="2" charset="77"/>
              </a:rPr>
              <a:t> e </a:t>
            </a:r>
            <a:r>
              <a:rPr lang="en-GB" sz="1200" i="1" err="1">
                <a:latin typeface="Raleway" pitchFamily="2" charset="77"/>
              </a:rPr>
              <a:t>monitoraggio</a:t>
            </a:r>
            <a:r>
              <a:rPr lang="en-GB" sz="1200" i="1">
                <a:latin typeface="Raleway" pitchFamily="2" charset="77"/>
              </a:rPr>
              <a:t> delle </a:t>
            </a:r>
            <a:r>
              <a:rPr lang="en-GB" sz="1200" i="1" err="1">
                <a:latin typeface="Raleway" pitchFamily="2" charset="77"/>
              </a:rPr>
              <a:t>iniziative</a:t>
            </a:r>
            <a:r>
              <a:rPr lang="en-GB" sz="1200" i="1">
                <a:latin typeface="Raleway" pitchFamily="2" charset="77"/>
              </a:rPr>
              <a:t> per </a:t>
            </a:r>
            <a:r>
              <a:rPr lang="en-GB" sz="1200" i="1" err="1">
                <a:latin typeface="Raleway" pitchFamily="2" charset="77"/>
              </a:rPr>
              <a:t>aumentare</a:t>
            </a:r>
            <a:r>
              <a:rPr lang="en-GB" sz="1200" i="1">
                <a:latin typeface="Raleway" pitchFamily="2" charset="77"/>
              </a:rPr>
              <a:t> </a:t>
            </a:r>
            <a:r>
              <a:rPr lang="en-GB" sz="1200" i="1" err="1">
                <a:latin typeface="Raleway" pitchFamily="2" charset="77"/>
              </a:rPr>
              <a:t>continuità</a:t>
            </a:r>
            <a:r>
              <a:rPr lang="en-GB" sz="1200" i="1">
                <a:latin typeface="Raleway" pitchFamily="2" charset="77"/>
              </a:rPr>
              <a:t> e </a:t>
            </a:r>
            <a:r>
              <a:rPr lang="en-GB" sz="1200" i="1" err="1">
                <a:latin typeface="Raleway" pitchFamily="2" charset="77"/>
              </a:rPr>
              <a:t>coerenza</a:t>
            </a:r>
            <a:r>
              <a:rPr lang="en-GB" sz="1200" i="1">
                <a:latin typeface="Raleway" pitchFamily="2" charset="77"/>
              </a:rPr>
              <a:t>.</a:t>
            </a:r>
            <a:endParaRPr lang="en-IT" sz="1200">
              <a:latin typeface="Raleway" pitchFamily="2" charset="77"/>
            </a:endParaRPr>
          </a:p>
        </p:txBody>
      </p:sp>
      <p:sp>
        <p:nvSpPr>
          <p:cNvPr id="23" name="TextBox 22">
            <a:extLst>
              <a:ext uri="{FF2B5EF4-FFF2-40B4-BE49-F238E27FC236}">
                <a16:creationId xmlns:a16="http://schemas.microsoft.com/office/drawing/2014/main" id="{87162106-9353-C8AD-EF91-C46BE759F8F0}"/>
              </a:ext>
            </a:extLst>
          </p:cNvPr>
          <p:cNvSpPr txBox="1"/>
          <p:nvPr/>
        </p:nvSpPr>
        <p:spPr>
          <a:xfrm>
            <a:off x="1054767" y="4704167"/>
            <a:ext cx="3481138" cy="369332"/>
          </a:xfrm>
          <a:prstGeom prst="rect">
            <a:avLst/>
          </a:prstGeom>
          <a:noFill/>
        </p:spPr>
        <p:txBody>
          <a:bodyPr wrap="square" rtlCol="0">
            <a:spAutoFit/>
          </a:bodyPr>
          <a:lstStyle/>
          <a:p>
            <a:r>
              <a:rPr lang="en-IT" dirty="0">
                <a:latin typeface="Raleway" pitchFamily="2" charset="77"/>
              </a:rPr>
              <a:t>GOVERNANCE E LEADERSHIP</a:t>
            </a:r>
          </a:p>
        </p:txBody>
      </p:sp>
      <p:sp>
        <p:nvSpPr>
          <p:cNvPr id="24" name="TextBox 23">
            <a:extLst>
              <a:ext uri="{FF2B5EF4-FFF2-40B4-BE49-F238E27FC236}">
                <a16:creationId xmlns:a16="http://schemas.microsoft.com/office/drawing/2014/main" id="{49FD58E7-C361-DB45-620D-173D63CD5E80}"/>
              </a:ext>
            </a:extLst>
          </p:cNvPr>
          <p:cNvSpPr txBox="1"/>
          <p:nvPr/>
        </p:nvSpPr>
        <p:spPr>
          <a:xfrm>
            <a:off x="4748843" y="4704167"/>
            <a:ext cx="2334126" cy="369332"/>
          </a:xfrm>
          <a:prstGeom prst="rect">
            <a:avLst/>
          </a:prstGeom>
          <a:noFill/>
        </p:spPr>
        <p:txBody>
          <a:bodyPr wrap="square" rtlCol="0">
            <a:spAutoFit/>
          </a:bodyPr>
          <a:lstStyle/>
          <a:p>
            <a:r>
              <a:rPr lang="en-IT">
                <a:latin typeface="Raleway" pitchFamily="2" charset="77"/>
              </a:rPr>
              <a:t>1 - DERIVA</a:t>
            </a:r>
          </a:p>
        </p:txBody>
      </p:sp>
      <p:sp>
        <p:nvSpPr>
          <p:cNvPr id="25" name="TextBox 24">
            <a:extLst>
              <a:ext uri="{FF2B5EF4-FFF2-40B4-BE49-F238E27FC236}">
                <a16:creationId xmlns:a16="http://schemas.microsoft.com/office/drawing/2014/main" id="{ED8E77B2-C451-79E0-28BE-0415D9E239B4}"/>
              </a:ext>
            </a:extLst>
          </p:cNvPr>
          <p:cNvSpPr txBox="1"/>
          <p:nvPr/>
        </p:nvSpPr>
        <p:spPr>
          <a:xfrm>
            <a:off x="6809877" y="4658000"/>
            <a:ext cx="4311314" cy="646331"/>
          </a:xfrm>
          <a:prstGeom prst="rect">
            <a:avLst/>
          </a:prstGeom>
          <a:noFill/>
        </p:spPr>
        <p:txBody>
          <a:bodyPr wrap="square" rtlCol="0">
            <a:spAutoFit/>
          </a:bodyPr>
          <a:lstStyle/>
          <a:p>
            <a:r>
              <a:rPr lang="en-GB" sz="1200" i="1" err="1">
                <a:latin typeface="Raleway" pitchFamily="2" charset="77"/>
              </a:rPr>
              <a:t>Chiarire</a:t>
            </a:r>
            <a:r>
              <a:rPr lang="en-GB" sz="1200" i="1">
                <a:latin typeface="Raleway" pitchFamily="2" charset="77"/>
              </a:rPr>
              <a:t> </a:t>
            </a:r>
            <a:r>
              <a:rPr lang="en-GB" sz="1200" i="1" err="1">
                <a:latin typeface="Raleway" pitchFamily="2" charset="77"/>
              </a:rPr>
              <a:t>ruoli</a:t>
            </a:r>
            <a:r>
              <a:rPr lang="en-GB" sz="1200" i="1">
                <a:latin typeface="Raleway" pitchFamily="2" charset="77"/>
              </a:rPr>
              <a:t>, </a:t>
            </a:r>
            <a:r>
              <a:rPr lang="en-GB" sz="1200" i="1" err="1">
                <a:latin typeface="Raleway" pitchFamily="2" charset="77"/>
              </a:rPr>
              <a:t>responsabilità</a:t>
            </a:r>
            <a:r>
              <a:rPr lang="en-GB" sz="1200" i="1">
                <a:latin typeface="Raleway" pitchFamily="2" charset="77"/>
              </a:rPr>
              <a:t> e sponsorship sui </a:t>
            </a:r>
            <a:r>
              <a:rPr lang="en-GB" sz="1200" i="1" err="1">
                <a:latin typeface="Raleway" pitchFamily="2" charset="77"/>
              </a:rPr>
              <a:t>temi</a:t>
            </a:r>
            <a:r>
              <a:rPr lang="en-GB" sz="1200" i="1">
                <a:latin typeface="Raleway" pitchFamily="2" charset="77"/>
              </a:rPr>
              <a:t> DEIA, </a:t>
            </a:r>
            <a:r>
              <a:rPr lang="en-GB" sz="1200" i="1" err="1">
                <a:latin typeface="Raleway" pitchFamily="2" charset="77"/>
              </a:rPr>
              <a:t>aumentando</a:t>
            </a:r>
            <a:r>
              <a:rPr lang="en-GB" sz="1200" i="1">
                <a:latin typeface="Raleway" pitchFamily="2" charset="77"/>
              </a:rPr>
              <a:t> il </a:t>
            </a:r>
            <a:r>
              <a:rPr lang="en-GB" sz="1200" i="1" err="1">
                <a:latin typeface="Raleway" pitchFamily="2" charset="77"/>
              </a:rPr>
              <a:t>coinvolgimento</a:t>
            </a:r>
            <a:r>
              <a:rPr lang="en-GB" sz="1200" i="1">
                <a:latin typeface="Raleway" pitchFamily="2" charset="77"/>
              </a:rPr>
              <a:t> del management e </a:t>
            </a:r>
            <a:r>
              <a:rPr lang="en-GB" sz="1200" i="1" err="1">
                <a:latin typeface="Raleway" pitchFamily="2" charset="77"/>
              </a:rPr>
              <a:t>creando</a:t>
            </a:r>
            <a:r>
              <a:rPr lang="en-GB" sz="1200" i="1">
                <a:latin typeface="Raleway" pitchFamily="2" charset="77"/>
              </a:rPr>
              <a:t> </a:t>
            </a:r>
            <a:r>
              <a:rPr lang="en-GB" sz="1200" i="1" err="1">
                <a:latin typeface="Raleway" pitchFamily="2" charset="77"/>
              </a:rPr>
              <a:t>momenti</a:t>
            </a:r>
            <a:r>
              <a:rPr lang="en-GB" sz="1200" i="1">
                <a:latin typeface="Raleway" pitchFamily="2" charset="77"/>
              </a:rPr>
              <a:t> </a:t>
            </a:r>
            <a:r>
              <a:rPr lang="en-GB" sz="1200" i="1" err="1">
                <a:latin typeface="Raleway" pitchFamily="2" charset="77"/>
              </a:rPr>
              <a:t>strutturati</a:t>
            </a:r>
            <a:r>
              <a:rPr lang="en-GB" sz="1200" i="1">
                <a:latin typeface="Raleway" pitchFamily="2" charset="77"/>
              </a:rPr>
              <a:t> di </a:t>
            </a:r>
            <a:r>
              <a:rPr lang="en-GB" sz="1200" i="1" err="1">
                <a:latin typeface="Raleway" pitchFamily="2" charset="77"/>
              </a:rPr>
              <a:t>confronto</a:t>
            </a:r>
            <a:r>
              <a:rPr lang="en-GB" sz="1200" i="1">
                <a:latin typeface="Raleway" pitchFamily="2" charset="77"/>
              </a:rPr>
              <a:t> e </a:t>
            </a:r>
            <a:r>
              <a:rPr lang="en-GB" sz="1200" i="1" err="1">
                <a:latin typeface="Raleway" pitchFamily="2" charset="77"/>
              </a:rPr>
              <a:t>indirizzo</a:t>
            </a:r>
            <a:r>
              <a:rPr lang="en-GB" sz="1200" i="1">
                <a:latin typeface="Raleway" pitchFamily="2" charset="77"/>
              </a:rPr>
              <a:t>.</a:t>
            </a:r>
            <a:endParaRPr lang="en-IT" sz="1200">
              <a:latin typeface="Raleway" pitchFamily="2" charset="77"/>
            </a:endParaRPr>
          </a:p>
        </p:txBody>
      </p:sp>
      <p:sp>
        <p:nvSpPr>
          <p:cNvPr id="26" name="TextBox 25">
            <a:extLst>
              <a:ext uri="{FF2B5EF4-FFF2-40B4-BE49-F238E27FC236}">
                <a16:creationId xmlns:a16="http://schemas.microsoft.com/office/drawing/2014/main" id="{755FE81E-F44A-BF27-4C55-53C6936BC3CA}"/>
              </a:ext>
            </a:extLst>
          </p:cNvPr>
          <p:cNvSpPr txBox="1"/>
          <p:nvPr/>
        </p:nvSpPr>
        <p:spPr>
          <a:xfrm>
            <a:off x="1054767" y="5998410"/>
            <a:ext cx="3481138" cy="369332"/>
          </a:xfrm>
          <a:prstGeom prst="rect">
            <a:avLst/>
          </a:prstGeom>
          <a:noFill/>
        </p:spPr>
        <p:txBody>
          <a:bodyPr wrap="square" rtlCol="0">
            <a:spAutoFit/>
          </a:bodyPr>
          <a:lstStyle/>
          <a:p>
            <a:r>
              <a:rPr lang="en-IT">
                <a:latin typeface="Raleway" pitchFamily="2" charset="77"/>
              </a:rPr>
              <a:t>MISURAZIONE E IMPATTO</a:t>
            </a:r>
          </a:p>
        </p:txBody>
      </p:sp>
      <p:sp>
        <p:nvSpPr>
          <p:cNvPr id="27" name="TextBox 26">
            <a:extLst>
              <a:ext uri="{FF2B5EF4-FFF2-40B4-BE49-F238E27FC236}">
                <a16:creationId xmlns:a16="http://schemas.microsoft.com/office/drawing/2014/main" id="{57030B3D-088F-CE39-EE43-0B491F551C9A}"/>
              </a:ext>
            </a:extLst>
          </p:cNvPr>
          <p:cNvSpPr txBox="1"/>
          <p:nvPr/>
        </p:nvSpPr>
        <p:spPr>
          <a:xfrm>
            <a:off x="4748843" y="5998410"/>
            <a:ext cx="2334126" cy="369332"/>
          </a:xfrm>
          <a:prstGeom prst="rect">
            <a:avLst/>
          </a:prstGeom>
          <a:noFill/>
        </p:spPr>
        <p:txBody>
          <a:bodyPr wrap="square" rtlCol="0">
            <a:spAutoFit/>
          </a:bodyPr>
          <a:lstStyle/>
          <a:p>
            <a:r>
              <a:rPr lang="en-IT">
                <a:latin typeface="Raleway" pitchFamily="2" charset="77"/>
              </a:rPr>
              <a:t>1 - DERIVA</a:t>
            </a:r>
          </a:p>
        </p:txBody>
      </p:sp>
      <p:sp>
        <p:nvSpPr>
          <p:cNvPr id="28" name="TextBox 27">
            <a:extLst>
              <a:ext uri="{FF2B5EF4-FFF2-40B4-BE49-F238E27FC236}">
                <a16:creationId xmlns:a16="http://schemas.microsoft.com/office/drawing/2014/main" id="{E7B96E44-3CAD-CE46-8F04-4BE522A31BE6}"/>
              </a:ext>
            </a:extLst>
          </p:cNvPr>
          <p:cNvSpPr txBox="1"/>
          <p:nvPr/>
        </p:nvSpPr>
        <p:spPr>
          <a:xfrm>
            <a:off x="6809877" y="5952243"/>
            <a:ext cx="4311314" cy="646331"/>
          </a:xfrm>
          <a:prstGeom prst="rect">
            <a:avLst/>
          </a:prstGeom>
          <a:noFill/>
        </p:spPr>
        <p:txBody>
          <a:bodyPr wrap="square" rtlCol="0">
            <a:spAutoFit/>
          </a:bodyPr>
          <a:lstStyle/>
          <a:p>
            <a:r>
              <a:rPr lang="en-GB" sz="1200" i="1" err="1">
                <a:latin typeface="Raleway" pitchFamily="2" charset="77"/>
              </a:rPr>
              <a:t>Introdurre</a:t>
            </a:r>
            <a:r>
              <a:rPr lang="en-GB" sz="1200" i="1">
                <a:latin typeface="Raleway" pitchFamily="2" charset="77"/>
              </a:rPr>
              <a:t> </a:t>
            </a:r>
            <a:r>
              <a:rPr lang="en-GB" sz="1200" i="1" err="1">
                <a:latin typeface="Raleway" pitchFamily="2" charset="77"/>
              </a:rPr>
              <a:t>primi</a:t>
            </a:r>
            <a:r>
              <a:rPr lang="en-GB" sz="1200" i="1">
                <a:latin typeface="Raleway" pitchFamily="2" charset="77"/>
              </a:rPr>
              <a:t> </a:t>
            </a:r>
            <a:r>
              <a:rPr lang="en-GB" sz="1200" i="1" err="1">
                <a:latin typeface="Raleway" pitchFamily="2" charset="77"/>
              </a:rPr>
              <a:t>strumenti</a:t>
            </a:r>
            <a:r>
              <a:rPr lang="en-GB" sz="1200" i="1">
                <a:latin typeface="Raleway" pitchFamily="2" charset="77"/>
              </a:rPr>
              <a:t> di </a:t>
            </a:r>
            <a:r>
              <a:rPr lang="en-GB" sz="1200" i="1" err="1">
                <a:latin typeface="Raleway" pitchFamily="2" charset="77"/>
              </a:rPr>
              <a:t>raccolta</a:t>
            </a:r>
            <a:r>
              <a:rPr lang="en-GB" sz="1200" i="1">
                <a:latin typeface="Raleway" pitchFamily="2" charset="77"/>
              </a:rPr>
              <a:t> </a:t>
            </a:r>
            <a:r>
              <a:rPr lang="en-GB" sz="1200" i="1" err="1">
                <a:latin typeface="Raleway" pitchFamily="2" charset="77"/>
              </a:rPr>
              <a:t>dati</a:t>
            </a:r>
            <a:r>
              <a:rPr lang="en-GB" sz="1200" i="1">
                <a:latin typeface="Raleway" pitchFamily="2" charset="77"/>
              </a:rPr>
              <a:t> e </a:t>
            </a:r>
            <a:r>
              <a:rPr lang="en-GB" sz="1200" i="1" err="1">
                <a:latin typeface="Raleway" pitchFamily="2" charset="77"/>
              </a:rPr>
              <a:t>ascolto</a:t>
            </a:r>
            <a:r>
              <a:rPr lang="en-GB" sz="1200" i="1">
                <a:latin typeface="Raleway" pitchFamily="2" charset="77"/>
              </a:rPr>
              <a:t> </a:t>
            </a:r>
            <a:r>
              <a:rPr lang="en-GB" sz="1200" i="1" err="1">
                <a:latin typeface="Raleway" pitchFamily="2" charset="77"/>
              </a:rPr>
              <a:t>organizzativo</a:t>
            </a:r>
            <a:r>
              <a:rPr lang="en-GB" sz="1200" i="1">
                <a:latin typeface="Raleway" pitchFamily="2" charset="77"/>
              </a:rPr>
              <a:t> per </a:t>
            </a:r>
            <a:r>
              <a:rPr lang="en-GB" sz="1200" i="1" err="1">
                <a:latin typeface="Raleway" pitchFamily="2" charset="77"/>
              </a:rPr>
              <a:t>comprendere</a:t>
            </a:r>
            <a:r>
              <a:rPr lang="en-GB" sz="1200" i="1">
                <a:latin typeface="Raleway" pitchFamily="2" charset="77"/>
              </a:rPr>
              <a:t> </a:t>
            </a:r>
            <a:r>
              <a:rPr lang="en-GB" sz="1200" i="1" err="1">
                <a:latin typeface="Raleway" pitchFamily="2" charset="77"/>
              </a:rPr>
              <a:t>bisogni</a:t>
            </a:r>
            <a:r>
              <a:rPr lang="en-GB" sz="1200" i="1">
                <a:latin typeface="Raleway" pitchFamily="2" charset="77"/>
              </a:rPr>
              <a:t>, </a:t>
            </a:r>
            <a:r>
              <a:rPr lang="en-GB" sz="1200" i="1" err="1">
                <a:latin typeface="Raleway" pitchFamily="2" charset="77"/>
              </a:rPr>
              <a:t>criticità</a:t>
            </a:r>
            <a:r>
              <a:rPr lang="en-GB" sz="1200" i="1">
                <a:latin typeface="Raleway" pitchFamily="2" charset="77"/>
              </a:rPr>
              <a:t> e </a:t>
            </a:r>
            <a:r>
              <a:rPr lang="en-GB" sz="1200" i="1" err="1">
                <a:latin typeface="Raleway" pitchFamily="2" charset="77"/>
              </a:rPr>
              <a:t>percezioni</a:t>
            </a:r>
            <a:r>
              <a:rPr lang="en-GB" sz="1200" i="1">
                <a:latin typeface="Raleway" pitchFamily="2" charset="77"/>
              </a:rPr>
              <a:t> interne. </a:t>
            </a:r>
            <a:r>
              <a:rPr lang="en-GB" sz="1200" i="1" err="1">
                <a:latin typeface="Raleway" pitchFamily="2" charset="77"/>
              </a:rPr>
              <a:t>Definire</a:t>
            </a:r>
            <a:r>
              <a:rPr lang="en-GB" sz="1200" i="1">
                <a:latin typeface="Raleway" pitchFamily="2" charset="77"/>
              </a:rPr>
              <a:t> </a:t>
            </a:r>
            <a:r>
              <a:rPr lang="en-GB" sz="1200" i="1" err="1">
                <a:latin typeface="Raleway" pitchFamily="2" charset="77"/>
              </a:rPr>
              <a:t>indicatori</a:t>
            </a:r>
            <a:r>
              <a:rPr lang="en-GB" sz="1200" i="1">
                <a:latin typeface="Raleway" pitchFamily="2" charset="77"/>
              </a:rPr>
              <a:t> </a:t>
            </a:r>
            <a:r>
              <a:rPr lang="en-GB" sz="1200" i="1" err="1">
                <a:latin typeface="Raleway" pitchFamily="2" charset="77"/>
              </a:rPr>
              <a:t>prioritari</a:t>
            </a:r>
            <a:r>
              <a:rPr lang="en-GB" sz="1200" i="1">
                <a:latin typeface="Raleway" pitchFamily="2" charset="77"/>
              </a:rPr>
              <a:t> da </a:t>
            </a:r>
            <a:r>
              <a:rPr lang="en-GB" sz="1200" i="1" err="1">
                <a:latin typeface="Raleway" pitchFamily="2" charset="77"/>
              </a:rPr>
              <a:t>monitorare</a:t>
            </a:r>
            <a:r>
              <a:rPr lang="en-GB" sz="1200" i="1">
                <a:latin typeface="Raleway" pitchFamily="2" charset="77"/>
              </a:rPr>
              <a:t> </a:t>
            </a:r>
            <a:r>
              <a:rPr lang="en-GB" sz="1200" i="1" err="1">
                <a:latin typeface="Raleway" pitchFamily="2" charset="77"/>
              </a:rPr>
              <a:t>nel</a:t>
            </a:r>
            <a:r>
              <a:rPr lang="en-GB" sz="1200" i="1">
                <a:latin typeface="Raleway" pitchFamily="2" charset="77"/>
              </a:rPr>
              <a:t> tempo.</a:t>
            </a:r>
            <a:endParaRPr lang="en-IT" sz="1200">
              <a:latin typeface="Raleway" pitchFamily="2" charset="77"/>
            </a:endParaRPr>
          </a:p>
        </p:txBody>
      </p:sp>
      <p:sp>
        <p:nvSpPr>
          <p:cNvPr id="3" name="Rettangolo 2">
            <a:extLst>
              <a:ext uri="{FF2B5EF4-FFF2-40B4-BE49-F238E27FC236}">
                <a16:creationId xmlns:a16="http://schemas.microsoft.com/office/drawing/2014/main" id="{395AB78A-2C70-A936-F9DE-AF3DD273F66D}"/>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dirty="0"/>
              <a:t>Pagina dinamica</a:t>
            </a:r>
          </a:p>
        </p:txBody>
      </p:sp>
    </p:spTree>
    <p:extLst>
      <p:ext uri="{BB962C8B-B14F-4D97-AF65-F5344CB8AC3E}">
        <p14:creationId xmlns:p14="http://schemas.microsoft.com/office/powerpoint/2010/main" val="3351628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6883C-C7E5-5228-425D-EF4942B922F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9ABEA1C-E5EF-5007-5905-4D2BAE6AD6C9}"/>
              </a:ext>
            </a:extLst>
          </p:cNvPr>
          <p:cNvSpPr txBox="1"/>
          <p:nvPr/>
        </p:nvSpPr>
        <p:spPr>
          <a:xfrm>
            <a:off x="970546" y="977089"/>
            <a:ext cx="5991727" cy="523220"/>
          </a:xfrm>
          <a:prstGeom prst="rect">
            <a:avLst/>
          </a:prstGeom>
          <a:noFill/>
        </p:spPr>
        <p:txBody>
          <a:bodyPr wrap="square" rtlCol="0">
            <a:spAutoFit/>
          </a:bodyPr>
          <a:lstStyle/>
          <a:p>
            <a:r>
              <a:rPr lang="en-IT" sz="2800" b="1">
                <a:latin typeface="Raleway" pitchFamily="2" charset="77"/>
              </a:rPr>
              <a:t>CULTURA</a:t>
            </a:r>
          </a:p>
        </p:txBody>
      </p:sp>
      <p:sp>
        <p:nvSpPr>
          <p:cNvPr id="9" name="TextBox 8">
            <a:extLst>
              <a:ext uri="{FF2B5EF4-FFF2-40B4-BE49-F238E27FC236}">
                <a16:creationId xmlns:a16="http://schemas.microsoft.com/office/drawing/2014/main" id="{DB172E16-1C12-44AD-EE8C-1119BDEF8F89}"/>
              </a:ext>
            </a:extLst>
          </p:cNvPr>
          <p:cNvSpPr txBox="1"/>
          <p:nvPr/>
        </p:nvSpPr>
        <p:spPr>
          <a:xfrm>
            <a:off x="970546" y="1650395"/>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2" name="TextBox 11">
            <a:extLst>
              <a:ext uri="{FF2B5EF4-FFF2-40B4-BE49-F238E27FC236}">
                <a16:creationId xmlns:a16="http://schemas.microsoft.com/office/drawing/2014/main" id="{024117BB-BA5A-5A1E-75E8-44780480CFD8}"/>
              </a:ext>
            </a:extLst>
          </p:cNvPr>
          <p:cNvSpPr txBox="1"/>
          <p:nvPr/>
        </p:nvSpPr>
        <p:spPr>
          <a:xfrm>
            <a:off x="8819147" y="445299"/>
            <a:ext cx="3705727" cy="369332"/>
          </a:xfrm>
          <a:prstGeom prst="rect">
            <a:avLst/>
          </a:prstGeom>
          <a:noFill/>
        </p:spPr>
        <p:txBody>
          <a:bodyPr wrap="square" rtlCol="0">
            <a:spAutoFit/>
          </a:bodyPr>
          <a:lstStyle/>
          <a:p>
            <a:r>
              <a:rPr lang="en-IT"/>
              <a:t>RADAR</a:t>
            </a:r>
          </a:p>
        </p:txBody>
      </p:sp>
      <p:sp>
        <p:nvSpPr>
          <p:cNvPr id="15" name="TextBox 14">
            <a:extLst>
              <a:ext uri="{FF2B5EF4-FFF2-40B4-BE49-F238E27FC236}">
                <a16:creationId xmlns:a16="http://schemas.microsoft.com/office/drawing/2014/main" id="{49BE26EC-206D-C056-722B-85D8CD971293}"/>
              </a:ext>
            </a:extLst>
          </p:cNvPr>
          <p:cNvSpPr txBox="1"/>
          <p:nvPr/>
        </p:nvSpPr>
        <p:spPr>
          <a:xfrm>
            <a:off x="3148261" y="1638558"/>
            <a:ext cx="2334126" cy="400110"/>
          </a:xfrm>
          <a:prstGeom prst="rect">
            <a:avLst/>
          </a:prstGeom>
          <a:noFill/>
        </p:spPr>
        <p:txBody>
          <a:bodyPr wrap="square" rtlCol="0">
            <a:spAutoFit/>
          </a:bodyPr>
          <a:lstStyle/>
          <a:p>
            <a:r>
              <a:rPr lang="en-IT" sz="2000" b="1">
                <a:latin typeface="Raleway" pitchFamily="2" charset="77"/>
              </a:rPr>
              <a:t>COMMENTO</a:t>
            </a:r>
          </a:p>
        </p:txBody>
      </p:sp>
      <p:sp>
        <p:nvSpPr>
          <p:cNvPr id="5" name="TextBox 4">
            <a:extLst>
              <a:ext uri="{FF2B5EF4-FFF2-40B4-BE49-F238E27FC236}">
                <a16:creationId xmlns:a16="http://schemas.microsoft.com/office/drawing/2014/main" id="{1F593B67-B522-AB16-55D7-B5A997243E2B}"/>
              </a:ext>
            </a:extLst>
          </p:cNvPr>
          <p:cNvSpPr txBox="1"/>
          <p:nvPr/>
        </p:nvSpPr>
        <p:spPr>
          <a:xfrm>
            <a:off x="994610" y="1941923"/>
            <a:ext cx="2334126" cy="369332"/>
          </a:xfrm>
          <a:prstGeom prst="rect">
            <a:avLst/>
          </a:prstGeom>
          <a:noFill/>
        </p:spPr>
        <p:txBody>
          <a:bodyPr wrap="square" rtlCol="0">
            <a:spAutoFit/>
          </a:bodyPr>
          <a:lstStyle/>
          <a:p>
            <a:r>
              <a:rPr lang="en-IT">
                <a:latin typeface="Raleway" pitchFamily="2" charset="77"/>
              </a:rPr>
              <a:t>1 - DERIVA</a:t>
            </a:r>
          </a:p>
        </p:txBody>
      </p:sp>
      <p:sp>
        <p:nvSpPr>
          <p:cNvPr id="7" name="TextBox 6">
            <a:extLst>
              <a:ext uri="{FF2B5EF4-FFF2-40B4-BE49-F238E27FC236}">
                <a16:creationId xmlns:a16="http://schemas.microsoft.com/office/drawing/2014/main" id="{EE5B4701-8DE8-BE44-61D9-D9E24E72B566}"/>
              </a:ext>
            </a:extLst>
          </p:cNvPr>
          <p:cNvSpPr txBox="1"/>
          <p:nvPr/>
        </p:nvSpPr>
        <p:spPr>
          <a:xfrm>
            <a:off x="3172325" y="1941923"/>
            <a:ext cx="6091988" cy="1200329"/>
          </a:xfrm>
          <a:prstGeom prst="rect">
            <a:avLst/>
          </a:prstGeom>
          <a:noFill/>
        </p:spPr>
        <p:txBody>
          <a:bodyPr wrap="square" rtlCol="0">
            <a:spAutoFit/>
          </a:bodyPr>
          <a:lstStyle/>
          <a:p>
            <a:r>
              <a:rPr lang="en-GB" sz="1200" i="1">
                <a:latin typeface="Raleway" pitchFamily="2" charset="77"/>
              </a:rPr>
              <a:t>Valori, </a:t>
            </a:r>
            <a:r>
              <a:rPr lang="en-GB" sz="1200" i="1" err="1">
                <a:latin typeface="Raleway" pitchFamily="2" charset="77"/>
              </a:rPr>
              <a:t>comportamenti</a:t>
            </a:r>
            <a:r>
              <a:rPr lang="en-GB" sz="1200" i="1">
                <a:latin typeface="Raleway" pitchFamily="2" charset="77"/>
              </a:rPr>
              <a:t> e </a:t>
            </a:r>
            <a:r>
              <a:rPr lang="en-GB" sz="1200" i="1" err="1">
                <a:latin typeface="Raleway" pitchFamily="2" charset="77"/>
              </a:rPr>
              <a:t>modalità</a:t>
            </a:r>
            <a:r>
              <a:rPr lang="en-GB" sz="1200" i="1">
                <a:latin typeface="Raleway" pitchFamily="2" charset="77"/>
              </a:rPr>
              <a:t> </a:t>
            </a:r>
            <a:r>
              <a:rPr lang="en-GB" sz="1200" i="1" err="1">
                <a:latin typeface="Raleway" pitchFamily="2" charset="77"/>
              </a:rPr>
              <a:t>relazionali</a:t>
            </a:r>
            <a:r>
              <a:rPr lang="en-GB" sz="1200" i="1">
                <a:latin typeface="Raleway" pitchFamily="2" charset="77"/>
              </a:rPr>
              <a:t> non </a:t>
            </a:r>
            <a:r>
              <a:rPr lang="en-GB" sz="1200" i="1" err="1">
                <a:latin typeface="Raleway" pitchFamily="2" charset="77"/>
              </a:rPr>
              <a:t>sono</a:t>
            </a:r>
            <a:r>
              <a:rPr lang="en-GB" sz="1200" i="1">
                <a:latin typeface="Raleway" pitchFamily="2" charset="77"/>
              </a:rPr>
              <a:t> </a:t>
            </a:r>
            <a:r>
              <a:rPr lang="en-GB" sz="1200" i="1" err="1">
                <a:latin typeface="Raleway" pitchFamily="2" charset="77"/>
              </a:rPr>
              <a:t>ancora</a:t>
            </a:r>
            <a:r>
              <a:rPr lang="en-GB" sz="1200" i="1">
                <a:latin typeface="Raleway" pitchFamily="2" charset="77"/>
              </a:rPr>
              <a:t> </a:t>
            </a:r>
            <a:r>
              <a:rPr lang="en-GB" sz="1200" i="1" err="1">
                <a:latin typeface="Raleway" pitchFamily="2" charset="77"/>
              </a:rPr>
              <a:t>condivisi</a:t>
            </a:r>
            <a:r>
              <a:rPr lang="en-GB" sz="1200" i="1">
                <a:latin typeface="Raleway" pitchFamily="2" charset="77"/>
              </a:rPr>
              <a:t> in modo </a:t>
            </a:r>
            <a:r>
              <a:rPr lang="en-GB" sz="1200" i="1" err="1">
                <a:latin typeface="Raleway" pitchFamily="2" charset="77"/>
              </a:rPr>
              <a:t>chiaro</a:t>
            </a:r>
            <a:r>
              <a:rPr lang="en-GB" sz="1200" i="1">
                <a:latin typeface="Raleway" pitchFamily="2" charset="77"/>
              </a:rPr>
              <a:t> e </a:t>
            </a:r>
            <a:r>
              <a:rPr lang="en-GB" sz="1200" i="1" err="1">
                <a:latin typeface="Raleway" pitchFamily="2" charset="77"/>
              </a:rPr>
              <a:t>coerente</a:t>
            </a:r>
            <a:r>
              <a:rPr lang="en-GB" sz="1200" i="1">
                <a:latin typeface="Raleway" pitchFamily="2" charset="77"/>
              </a:rPr>
              <a:t> </a:t>
            </a:r>
            <a:r>
              <a:rPr lang="en-GB" sz="1200" i="1" err="1">
                <a:latin typeface="Raleway" pitchFamily="2" charset="77"/>
              </a:rPr>
              <a:t>nell’organizzazione</a:t>
            </a:r>
            <a:r>
              <a:rPr lang="en-GB" sz="1200" i="1">
                <a:latin typeface="Raleway" pitchFamily="2" charset="77"/>
              </a:rPr>
              <a:t>. La </a:t>
            </a:r>
            <a:r>
              <a:rPr lang="en-GB" sz="1200" i="1" err="1">
                <a:latin typeface="Raleway" pitchFamily="2" charset="77"/>
              </a:rPr>
              <a:t>qualità</a:t>
            </a:r>
            <a:r>
              <a:rPr lang="en-GB" sz="1200" i="1">
                <a:latin typeface="Raleway" pitchFamily="2" charset="77"/>
              </a:rPr>
              <a:t> delle </a:t>
            </a:r>
            <a:r>
              <a:rPr lang="en-GB" sz="1200" i="1" err="1">
                <a:latin typeface="Raleway" pitchFamily="2" charset="77"/>
              </a:rPr>
              <a:t>relazioni</a:t>
            </a:r>
            <a:r>
              <a:rPr lang="en-GB" sz="1200" i="1">
                <a:latin typeface="Raleway" pitchFamily="2" charset="77"/>
              </a:rPr>
              <a:t> varia </a:t>
            </a:r>
            <a:r>
              <a:rPr lang="en-GB" sz="1200" i="1" err="1">
                <a:latin typeface="Raleway" pitchFamily="2" charset="77"/>
              </a:rPr>
              <a:t>significativamente</a:t>
            </a:r>
            <a:r>
              <a:rPr lang="en-GB" sz="1200" i="1">
                <a:latin typeface="Raleway" pitchFamily="2" charset="77"/>
              </a:rPr>
              <a:t> </a:t>
            </a:r>
            <a:r>
              <a:rPr lang="en-GB" sz="1200" i="1" err="1">
                <a:latin typeface="Raleway" pitchFamily="2" charset="77"/>
              </a:rPr>
              <a:t>tra</a:t>
            </a:r>
            <a:r>
              <a:rPr lang="en-GB" sz="1200" i="1">
                <a:latin typeface="Raleway" pitchFamily="2" charset="77"/>
              </a:rPr>
              <a:t> team e </a:t>
            </a:r>
            <a:r>
              <a:rPr lang="en-GB" sz="1200" i="1" err="1">
                <a:latin typeface="Raleway" pitchFamily="2" charset="77"/>
              </a:rPr>
              <a:t>funzioni</a:t>
            </a:r>
            <a:r>
              <a:rPr lang="en-GB" sz="1200" i="1">
                <a:latin typeface="Raleway" pitchFamily="2" charset="77"/>
              </a:rPr>
              <a:t> e le </a:t>
            </a:r>
            <a:r>
              <a:rPr lang="en-GB" sz="1200" i="1" err="1">
                <a:latin typeface="Raleway" pitchFamily="2" charset="77"/>
              </a:rPr>
              <a:t>persone</a:t>
            </a:r>
            <a:r>
              <a:rPr lang="en-GB" sz="1200" i="1">
                <a:latin typeface="Raleway" pitchFamily="2" charset="77"/>
              </a:rPr>
              <a:t> </a:t>
            </a:r>
            <a:r>
              <a:rPr lang="en-GB" sz="1200" i="1" err="1">
                <a:latin typeface="Raleway" pitchFamily="2" charset="77"/>
              </a:rPr>
              <a:t>possono</a:t>
            </a:r>
            <a:r>
              <a:rPr lang="en-GB" sz="1200" i="1">
                <a:latin typeface="Raleway" pitchFamily="2" charset="77"/>
              </a:rPr>
              <a:t> </a:t>
            </a:r>
            <a:r>
              <a:rPr lang="en-GB" sz="1200" i="1" err="1">
                <a:latin typeface="Raleway" pitchFamily="2" charset="77"/>
              </a:rPr>
              <a:t>sperimentare</a:t>
            </a:r>
            <a:r>
              <a:rPr lang="en-GB" sz="1200" i="1">
                <a:latin typeface="Raleway" pitchFamily="2" charset="77"/>
              </a:rPr>
              <a:t> </a:t>
            </a:r>
            <a:r>
              <a:rPr lang="en-GB" sz="1200" i="1" err="1">
                <a:latin typeface="Raleway" pitchFamily="2" charset="77"/>
              </a:rPr>
              <a:t>difficoltà</a:t>
            </a:r>
            <a:r>
              <a:rPr lang="en-GB" sz="1200" i="1">
                <a:latin typeface="Raleway" pitchFamily="2" charset="77"/>
              </a:rPr>
              <a:t> </a:t>
            </a:r>
            <a:r>
              <a:rPr lang="en-GB" sz="1200" i="1" err="1">
                <a:latin typeface="Raleway" pitchFamily="2" charset="77"/>
              </a:rPr>
              <a:t>nell’esprimere</a:t>
            </a:r>
            <a:r>
              <a:rPr lang="en-GB" sz="1200" i="1">
                <a:latin typeface="Raleway" pitchFamily="2" charset="77"/>
              </a:rPr>
              <a:t> idee, </a:t>
            </a:r>
            <a:r>
              <a:rPr lang="en-GB" sz="1200" i="1" err="1">
                <a:latin typeface="Raleway" pitchFamily="2" charset="77"/>
              </a:rPr>
              <a:t>bisogni</a:t>
            </a:r>
            <a:r>
              <a:rPr lang="en-GB" sz="1200" i="1">
                <a:latin typeface="Raleway" pitchFamily="2" charset="77"/>
              </a:rPr>
              <a:t> o </a:t>
            </a:r>
            <a:r>
              <a:rPr lang="en-GB" sz="1200" i="1" err="1">
                <a:latin typeface="Raleway" pitchFamily="2" charset="77"/>
              </a:rPr>
              <a:t>punti</a:t>
            </a:r>
            <a:r>
              <a:rPr lang="en-GB" sz="1200" i="1">
                <a:latin typeface="Raleway" pitchFamily="2" charset="77"/>
              </a:rPr>
              <a:t> di vista </a:t>
            </a:r>
            <a:r>
              <a:rPr lang="en-GB" sz="1200" i="1" err="1">
                <a:latin typeface="Raleway" pitchFamily="2" charset="77"/>
              </a:rPr>
              <a:t>differenti</a:t>
            </a:r>
            <a:r>
              <a:rPr lang="en-GB" sz="1200" i="1">
                <a:latin typeface="Raleway" pitchFamily="2" charset="77"/>
              </a:rPr>
              <a:t> e </a:t>
            </a:r>
            <a:r>
              <a:rPr lang="en-GB" sz="1200" i="1" err="1">
                <a:latin typeface="Raleway" pitchFamily="2" charset="77"/>
              </a:rPr>
              <a:t>limitata</a:t>
            </a:r>
            <a:r>
              <a:rPr lang="en-GB" sz="1200" i="1">
                <a:latin typeface="Raleway" pitchFamily="2" charset="77"/>
              </a:rPr>
              <a:t> </a:t>
            </a:r>
            <a:r>
              <a:rPr lang="en-GB" sz="1200" i="1" err="1">
                <a:latin typeface="Raleway" pitchFamily="2" charset="77"/>
              </a:rPr>
              <a:t>sicurezza</a:t>
            </a:r>
            <a:r>
              <a:rPr lang="en-GB" sz="1200" i="1">
                <a:latin typeface="Raleway" pitchFamily="2" charset="77"/>
              </a:rPr>
              <a:t> </a:t>
            </a:r>
            <a:r>
              <a:rPr lang="en-GB" sz="1200" i="1" err="1">
                <a:latin typeface="Raleway" pitchFamily="2" charset="77"/>
              </a:rPr>
              <a:t>psicologica</a:t>
            </a:r>
            <a:r>
              <a:rPr lang="en-GB" sz="1200" i="1">
                <a:latin typeface="Raleway" pitchFamily="2" charset="77"/>
              </a:rPr>
              <a:t>. Fiducia, </a:t>
            </a:r>
            <a:r>
              <a:rPr lang="en-GB" sz="1200" i="1" err="1">
                <a:latin typeface="Raleway" pitchFamily="2" charset="77"/>
              </a:rPr>
              <a:t>ascolto</a:t>
            </a:r>
            <a:r>
              <a:rPr lang="en-GB" sz="1200" i="1">
                <a:latin typeface="Raleway" pitchFamily="2" charset="77"/>
              </a:rPr>
              <a:t> e </a:t>
            </a:r>
            <a:r>
              <a:rPr lang="en-GB" sz="1200" i="1" err="1">
                <a:latin typeface="Raleway" pitchFamily="2" charset="77"/>
              </a:rPr>
              <a:t>inclusione</a:t>
            </a:r>
            <a:r>
              <a:rPr lang="en-GB" sz="1200" i="1">
                <a:latin typeface="Raleway" pitchFamily="2" charset="77"/>
              </a:rPr>
              <a:t> </a:t>
            </a:r>
            <a:r>
              <a:rPr lang="en-GB" sz="1200" i="1" err="1">
                <a:latin typeface="Raleway" pitchFamily="2" charset="77"/>
              </a:rPr>
              <a:t>dipendono</a:t>
            </a:r>
            <a:r>
              <a:rPr lang="en-GB" sz="1200" i="1">
                <a:latin typeface="Raleway" pitchFamily="2" charset="77"/>
              </a:rPr>
              <a:t> </a:t>
            </a:r>
            <a:r>
              <a:rPr lang="en-GB" sz="1200" i="1" err="1">
                <a:latin typeface="Raleway" pitchFamily="2" charset="77"/>
              </a:rPr>
              <a:t>prevalentemente</a:t>
            </a:r>
            <a:r>
              <a:rPr lang="en-GB" sz="1200" i="1">
                <a:latin typeface="Raleway" pitchFamily="2" charset="77"/>
              </a:rPr>
              <a:t> </a:t>
            </a:r>
            <a:r>
              <a:rPr lang="en-GB" sz="1200" i="1" err="1">
                <a:latin typeface="Raleway" pitchFamily="2" charset="77"/>
              </a:rPr>
              <a:t>dalle</a:t>
            </a:r>
            <a:r>
              <a:rPr lang="en-GB" sz="1200" i="1">
                <a:latin typeface="Raleway" pitchFamily="2" charset="77"/>
              </a:rPr>
              <a:t> </a:t>
            </a:r>
            <a:r>
              <a:rPr lang="en-GB" sz="1200" i="1" err="1">
                <a:latin typeface="Raleway" pitchFamily="2" charset="77"/>
              </a:rPr>
              <a:t>sensibilità</a:t>
            </a:r>
            <a:r>
              <a:rPr lang="en-GB" sz="1200" i="1">
                <a:latin typeface="Raleway" pitchFamily="2" charset="77"/>
              </a:rPr>
              <a:t> </a:t>
            </a:r>
            <a:r>
              <a:rPr lang="en-GB" sz="1200" i="1" err="1">
                <a:latin typeface="Raleway" pitchFamily="2" charset="77"/>
              </a:rPr>
              <a:t>individuali</a:t>
            </a:r>
            <a:r>
              <a:rPr lang="en-GB" sz="1200" i="1">
                <a:latin typeface="Raleway" pitchFamily="2" charset="77"/>
              </a:rPr>
              <a:t> e non </a:t>
            </a:r>
            <a:r>
              <a:rPr lang="en-GB" sz="1200" i="1" err="1">
                <a:latin typeface="Raleway" pitchFamily="2" charset="77"/>
              </a:rPr>
              <a:t>costituiscono</a:t>
            </a:r>
            <a:r>
              <a:rPr lang="en-GB" sz="1200" i="1">
                <a:latin typeface="Raleway" pitchFamily="2" charset="77"/>
              </a:rPr>
              <a:t> </a:t>
            </a:r>
            <a:r>
              <a:rPr lang="en-GB" sz="1200" i="1" err="1">
                <a:latin typeface="Raleway" pitchFamily="2" charset="77"/>
              </a:rPr>
              <a:t>ancora</a:t>
            </a:r>
            <a:r>
              <a:rPr lang="en-GB" sz="1200" i="1">
                <a:latin typeface="Raleway" pitchFamily="2" charset="77"/>
              </a:rPr>
              <a:t> </a:t>
            </a:r>
            <a:r>
              <a:rPr lang="en-GB" sz="1200" i="1" err="1">
                <a:latin typeface="Raleway" pitchFamily="2" charset="77"/>
              </a:rPr>
              <a:t>elementi</a:t>
            </a:r>
            <a:r>
              <a:rPr lang="en-GB" sz="1200" i="1">
                <a:latin typeface="Raleway" pitchFamily="2" charset="77"/>
              </a:rPr>
              <a:t> </a:t>
            </a:r>
            <a:r>
              <a:rPr lang="en-GB" sz="1200" i="1" err="1">
                <a:latin typeface="Raleway" pitchFamily="2" charset="77"/>
              </a:rPr>
              <a:t>strutturali</a:t>
            </a:r>
            <a:r>
              <a:rPr lang="en-GB" sz="1200" i="1">
                <a:latin typeface="Raleway" pitchFamily="2" charset="77"/>
              </a:rPr>
              <a:t> </a:t>
            </a:r>
            <a:r>
              <a:rPr lang="en-GB" sz="1200" i="1" err="1">
                <a:latin typeface="Raleway" pitchFamily="2" charset="77"/>
              </a:rPr>
              <a:t>dell’esperienza</a:t>
            </a:r>
            <a:r>
              <a:rPr lang="en-GB" sz="1200" i="1">
                <a:latin typeface="Raleway" pitchFamily="2" charset="77"/>
              </a:rPr>
              <a:t> </a:t>
            </a:r>
            <a:r>
              <a:rPr lang="en-GB" sz="1200" i="1" err="1">
                <a:latin typeface="Raleway" pitchFamily="2" charset="77"/>
              </a:rPr>
              <a:t>organizzativa</a:t>
            </a:r>
            <a:r>
              <a:rPr lang="en-GB" sz="1200" i="1">
                <a:latin typeface="Raleway" pitchFamily="2" charset="77"/>
              </a:rPr>
              <a:t>.</a:t>
            </a:r>
            <a:endParaRPr lang="en-IT" sz="1200">
              <a:latin typeface="Raleway" pitchFamily="2" charset="77"/>
            </a:endParaRPr>
          </a:p>
        </p:txBody>
      </p:sp>
      <p:sp>
        <p:nvSpPr>
          <p:cNvPr id="11" name="TextBox 10">
            <a:extLst>
              <a:ext uri="{FF2B5EF4-FFF2-40B4-BE49-F238E27FC236}">
                <a16:creationId xmlns:a16="http://schemas.microsoft.com/office/drawing/2014/main" id="{1A54B66F-3940-0E57-4126-C4F34D990784}"/>
              </a:ext>
            </a:extLst>
          </p:cNvPr>
          <p:cNvSpPr txBox="1"/>
          <p:nvPr/>
        </p:nvSpPr>
        <p:spPr>
          <a:xfrm>
            <a:off x="1234861" y="3661089"/>
            <a:ext cx="3481138" cy="646331"/>
          </a:xfrm>
          <a:prstGeom prst="rect">
            <a:avLst/>
          </a:prstGeom>
          <a:noFill/>
        </p:spPr>
        <p:txBody>
          <a:bodyPr wrap="square" rtlCol="0">
            <a:spAutoFit/>
          </a:bodyPr>
          <a:lstStyle/>
          <a:p>
            <a:r>
              <a:rPr lang="en-IT">
                <a:latin typeface="Raleway" pitchFamily="2" charset="77"/>
              </a:rPr>
              <a:t>CULTURA E COMPORTAMENTI</a:t>
            </a:r>
          </a:p>
        </p:txBody>
      </p:sp>
      <p:sp>
        <p:nvSpPr>
          <p:cNvPr id="13" name="TextBox 12">
            <a:extLst>
              <a:ext uri="{FF2B5EF4-FFF2-40B4-BE49-F238E27FC236}">
                <a16:creationId xmlns:a16="http://schemas.microsoft.com/office/drawing/2014/main" id="{00CC63D6-1260-0F29-21EF-1C07B15D2760}"/>
              </a:ext>
            </a:extLst>
          </p:cNvPr>
          <p:cNvSpPr txBox="1"/>
          <p:nvPr/>
        </p:nvSpPr>
        <p:spPr>
          <a:xfrm>
            <a:off x="1234861" y="3376768"/>
            <a:ext cx="2334126" cy="400110"/>
          </a:xfrm>
          <a:prstGeom prst="rect">
            <a:avLst/>
          </a:prstGeom>
          <a:noFill/>
        </p:spPr>
        <p:txBody>
          <a:bodyPr wrap="square" rtlCol="0">
            <a:spAutoFit/>
          </a:bodyPr>
          <a:lstStyle/>
          <a:p>
            <a:r>
              <a:rPr lang="en-IT" sz="2000" b="1">
                <a:latin typeface="Raleway" pitchFamily="2" charset="77"/>
              </a:rPr>
              <a:t>SOTTOGRUPPO</a:t>
            </a:r>
          </a:p>
        </p:txBody>
      </p:sp>
      <p:sp>
        <p:nvSpPr>
          <p:cNvPr id="14" name="TextBox 13">
            <a:extLst>
              <a:ext uri="{FF2B5EF4-FFF2-40B4-BE49-F238E27FC236}">
                <a16:creationId xmlns:a16="http://schemas.microsoft.com/office/drawing/2014/main" id="{70D84AC8-05D3-31FB-9DDE-BB4DF29E4E2F}"/>
              </a:ext>
            </a:extLst>
          </p:cNvPr>
          <p:cNvSpPr txBox="1"/>
          <p:nvPr/>
        </p:nvSpPr>
        <p:spPr>
          <a:xfrm>
            <a:off x="4840326" y="3364931"/>
            <a:ext cx="2334126" cy="400110"/>
          </a:xfrm>
          <a:prstGeom prst="rect">
            <a:avLst/>
          </a:prstGeom>
          <a:noFill/>
        </p:spPr>
        <p:txBody>
          <a:bodyPr wrap="square" rtlCol="0">
            <a:spAutoFit/>
          </a:bodyPr>
          <a:lstStyle/>
          <a:p>
            <a:r>
              <a:rPr lang="en-IT" sz="2000" b="1">
                <a:latin typeface="Raleway" pitchFamily="2" charset="77"/>
              </a:rPr>
              <a:t>RISULTATO</a:t>
            </a:r>
          </a:p>
        </p:txBody>
      </p:sp>
      <p:sp>
        <p:nvSpPr>
          <p:cNvPr id="29" name="TextBox 28">
            <a:extLst>
              <a:ext uri="{FF2B5EF4-FFF2-40B4-BE49-F238E27FC236}">
                <a16:creationId xmlns:a16="http://schemas.microsoft.com/office/drawing/2014/main" id="{7297973B-E919-1468-CAE4-607A843BB4DA}"/>
              </a:ext>
            </a:extLst>
          </p:cNvPr>
          <p:cNvSpPr txBox="1"/>
          <p:nvPr/>
        </p:nvSpPr>
        <p:spPr>
          <a:xfrm>
            <a:off x="6973927" y="3328634"/>
            <a:ext cx="3481138" cy="400110"/>
          </a:xfrm>
          <a:prstGeom prst="rect">
            <a:avLst/>
          </a:prstGeom>
          <a:noFill/>
        </p:spPr>
        <p:txBody>
          <a:bodyPr wrap="square" rtlCol="0">
            <a:spAutoFit/>
          </a:bodyPr>
          <a:lstStyle/>
          <a:p>
            <a:r>
              <a:rPr lang="en-IT" sz="2000" b="1">
                <a:latin typeface="Raleway" pitchFamily="2" charset="77"/>
              </a:rPr>
              <a:t>ATTIVITÀ SUGGERITE</a:t>
            </a:r>
          </a:p>
        </p:txBody>
      </p:sp>
      <p:sp>
        <p:nvSpPr>
          <p:cNvPr id="30" name="TextBox 29">
            <a:extLst>
              <a:ext uri="{FF2B5EF4-FFF2-40B4-BE49-F238E27FC236}">
                <a16:creationId xmlns:a16="http://schemas.microsoft.com/office/drawing/2014/main" id="{0C9A81EF-4D26-0470-B902-7774B5606A8A}"/>
              </a:ext>
            </a:extLst>
          </p:cNvPr>
          <p:cNvSpPr txBox="1"/>
          <p:nvPr/>
        </p:nvSpPr>
        <p:spPr>
          <a:xfrm>
            <a:off x="4928937" y="3661089"/>
            <a:ext cx="2334126" cy="369332"/>
          </a:xfrm>
          <a:prstGeom prst="rect">
            <a:avLst/>
          </a:prstGeom>
          <a:noFill/>
        </p:spPr>
        <p:txBody>
          <a:bodyPr wrap="square" rtlCol="0">
            <a:spAutoFit/>
          </a:bodyPr>
          <a:lstStyle/>
          <a:p>
            <a:r>
              <a:rPr lang="en-IT">
                <a:latin typeface="Raleway" pitchFamily="2" charset="77"/>
              </a:rPr>
              <a:t>2 - ROTTA</a:t>
            </a:r>
          </a:p>
        </p:txBody>
      </p:sp>
      <p:sp>
        <p:nvSpPr>
          <p:cNvPr id="31" name="TextBox 30">
            <a:extLst>
              <a:ext uri="{FF2B5EF4-FFF2-40B4-BE49-F238E27FC236}">
                <a16:creationId xmlns:a16="http://schemas.microsoft.com/office/drawing/2014/main" id="{CF3D516E-6CB7-D2E5-276D-6B60C6D3B279}"/>
              </a:ext>
            </a:extLst>
          </p:cNvPr>
          <p:cNvSpPr txBox="1"/>
          <p:nvPr/>
        </p:nvSpPr>
        <p:spPr>
          <a:xfrm>
            <a:off x="1234861" y="4726724"/>
            <a:ext cx="3481138" cy="646331"/>
          </a:xfrm>
          <a:prstGeom prst="rect">
            <a:avLst/>
          </a:prstGeom>
          <a:noFill/>
        </p:spPr>
        <p:txBody>
          <a:bodyPr wrap="square" rtlCol="0">
            <a:spAutoFit/>
          </a:bodyPr>
          <a:lstStyle/>
          <a:p>
            <a:r>
              <a:rPr lang="en-IT">
                <a:latin typeface="Raleway" pitchFamily="2" charset="77"/>
              </a:rPr>
              <a:t>BENESSERE E SICUREZZA PSICOLOGICA</a:t>
            </a:r>
          </a:p>
        </p:txBody>
      </p:sp>
      <p:sp>
        <p:nvSpPr>
          <p:cNvPr id="32" name="TextBox 31">
            <a:extLst>
              <a:ext uri="{FF2B5EF4-FFF2-40B4-BE49-F238E27FC236}">
                <a16:creationId xmlns:a16="http://schemas.microsoft.com/office/drawing/2014/main" id="{50FDE32A-3F16-1F9B-8BC4-542B6415464D}"/>
              </a:ext>
            </a:extLst>
          </p:cNvPr>
          <p:cNvSpPr txBox="1"/>
          <p:nvPr/>
        </p:nvSpPr>
        <p:spPr>
          <a:xfrm>
            <a:off x="4928937" y="4726724"/>
            <a:ext cx="2334126" cy="369332"/>
          </a:xfrm>
          <a:prstGeom prst="rect">
            <a:avLst/>
          </a:prstGeom>
          <a:noFill/>
        </p:spPr>
        <p:txBody>
          <a:bodyPr wrap="square" rtlCol="0">
            <a:spAutoFit/>
          </a:bodyPr>
          <a:lstStyle/>
          <a:p>
            <a:r>
              <a:rPr lang="en-IT">
                <a:latin typeface="Raleway" pitchFamily="2" charset="77"/>
              </a:rPr>
              <a:t>1 - DERIVA</a:t>
            </a:r>
          </a:p>
        </p:txBody>
      </p:sp>
      <p:sp>
        <p:nvSpPr>
          <p:cNvPr id="33" name="TextBox 32">
            <a:extLst>
              <a:ext uri="{FF2B5EF4-FFF2-40B4-BE49-F238E27FC236}">
                <a16:creationId xmlns:a16="http://schemas.microsoft.com/office/drawing/2014/main" id="{18325FD9-AB4C-DD3B-1CF6-D63958CE2DAF}"/>
              </a:ext>
            </a:extLst>
          </p:cNvPr>
          <p:cNvSpPr txBox="1"/>
          <p:nvPr/>
        </p:nvSpPr>
        <p:spPr>
          <a:xfrm>
            <a:off x="1234861" y="6020967"/>
            <a:ext cx="3481138" cy="646331"/>
          </a:xfrm>
          <a:prstGeom prst="rect">
            <a:avLst/>
          </a:prstGeom>
          <a:noFill/>
        </p:spPr>
        <p:txBody>
          <a:bodyPr wrap="square" rtlCol="0">
            <a:spAutoFit/>
          </a:bodyPr>
          <a:lstStyle/>
          <a:p>
            <a:r>
              <a:rPr lang="en-IT">
                <a:latin typeface="Raleway" pitchFamily="2" charset="77"/>
              </a:rPr>
              <a:t>FORMAZIONE E CONSAPEVOLEZZA</a:t>
            </a:r>
          </a:p>
        </p:txBody>
      </p:sp>
      <p:sp>
        <p:nvSpPr>
          <p:cNvPr id="34" name="TextBox 33">
            <a:extLst>
              <a:ext uri="{FF2B5EF4-FFF2-40B4-BE49-F238E27FC236}">
                <a16:creationId xmlns:a16="http://schemas.microsoft.com/office/drawing/2014/main" id="{9A2CD4AD-25DE-96E3-80AB-E0C35892F578}"/>
              </a:ext>
            </a:extLst>
          </p:cNvPr>
          <p:cNvSpPr txBox="1"/>
          <p:nvPr/>
        </p:nvSpPr>
        <p:spPr>
          <a:xfrm>
            <a:off x="4928937" y="6020967"/>
            <a:ext cx="2334126" cy="369332"/>
          </a:xfrm>
          <a:prstGeom prst="rect">
            <a:avLst/>
          </a:prstGeom>
          <a:noFill/>
        </p:spPr>
        <p:txBody>
          <a:bodyPr wrap="square" rtlCol="0">
            <a:spAutoFit/>
          </a:bodyPr>
          <a:lstStyle/>
          <a:p>
            <a:r>
              <a:rPr lang="en-IT">
                <a:latin typeface="Raleway" pitchFamily="2" charset="77"/>
              </a:rPr>
              <a:t>1 - DERIVA</a:t>
            </a:r>
          </a:p>
        </p:txBody>
      </p:sp>
      <p:sp>
        <p:nvSpPr>
          <p:cNvPr id="3" name="Rettangolo 2">
            <a:extLst>
              <a:ext uri="{FF2B5EF4-FFF2-40B4-BE49-F238E27FC236}">
                <a16:creationId xmlns:a16="http://schemas.microsoft.com/office/drawing/2014/main" id="{3E418434-C434-F900-0FF9-8C1C5912BE14}"/>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p>
        </p:txBody>
      </p:sp>
    </p:spTree>
    <p:extLst>
      <p:ext uri="{BB962C8B-B14F-4D97-AF65-F5344CB8AC3E}">
        <p14:creationId xmlns:p14="http://schemas.microsoft.com/office/powerpoint/2010/main" val="2862318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17C2-7E71-ADAF-4E89-6B5A1087BB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663D710-E423-DAA1-5A92-8DA8A2A95255}"/>
              </a:ext>
            </a:extLst>
          </p:cNvPr>
          <p:cNvSpPr txBox="1"/>
          <p:nvPr/>
        </p:nvSpPr>
        <p:spPr>
          <a:xfrm>
            <a:off x="970546" y="977089"/>
            <a:ext cx="5991727" cy="523220"/>
          </a:xfrm>
          <a:prstGeom prst="rect">
            <a:avLst/>
          </a:prstGeom>
          <a:noFill/>
        </p:spPr>
        <p:txBody>
          <a:bodyPr wrap="square" rtlCol="0">
            <a:spAutoFit/>
          </a:bodyPr>
          <a:lstStyle/>
          <a:p>
            <a:r>
              <a:rPr lang="en-IT" sz="2800" b="1">
                <a:latin typeface="Raleway" pitchFamily="2" charset="77"/>
              </a:rPr>
              <a:t>PROCESSI</a:t>
            </a:r>
          </a:p>
        </p:txBody>
      </p:sp>
      <p:sp>
        <p:nvSpPr>
          <p:cNvPr id="9" name="TextBox 8">
            <a:extLst>
              <a:ext uri="{FF2B5EF4-FFF2-40B4-BE49-F238E27FC236}">
                <a16:creationId xmlns:a16="http://schemas.microsoft.com/office/drawing/2014/main" id="{E0A0F240-7CE9-E1A2-3A37-45DB277D6D90}"/>
              </a:ext>
            </a:extLst>
          </p:cNvPr>
          <p:cNvSpPr txBox="1"/>
          <p:nvPr/>
        </p:nvSpPr>
        <p:spPr>
          <a:xfrm>
            <a:off x="1102893" y="1649971"/>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2" name="TextBox 11">
            <a:extLst>
              <a:ext uri="{FF2B5EF4-FFF2-40B4-BE49-F238E27FC236}">
                <a16:creationId xmlns:a16="http://schemas.microsoft.com/office/drawing/2014/main" id="{3955D528-8A72-7818-4EF7-CFEB24C397E1}"/>
              </a:ext>
            </a:extLst>
          </p:cNvPr>
          <p:cNvSpPr txBox="1"/>
          <p:nvPr/>
        </p:nvSpPr>
        <p:spPr>
          <a:xfrm>
            <a:off x="8819147" y="445299"/>
            <a:ext cx="3705727" cy="369332"/>
          </a:xfrm>
          <a:prstGeom prst="rect">
            <a:avLst/>
          </a:prstGeom>
          <a:noFill/>
        </p:spPr>
        <p:txBody>
          <a:bodyPr wrap="square" rtlCol="0">
            <a:spAutoFit/>
          </a:bodyPr>
          <a:lstStyle/>
          <a:p>
            <a:r>
              <a:rPr lang="en-IT"/>
              <a:t>RADAR</a:t>
            </a:r>
          </a:p>
        </p:txBody>
      </p:sp>
      <p:sp>
        <p:nvSpPr>
          <p:cNvPr id="15" name="TextBox 14">
            <a:extLst>
              <a:ext uri="{FF2B5EF4-FFF2-40B4-BE49-F238E27FC236}">
                <a16:creationId xmlns:a16="http://schemas.microsoft.com/office/drawing/2014/main" id="{3172DDA3-3EE9-D827-2D03-953CF3579ED9}"/>
              </a:ext>
            </a:extLst>
          </p:cNvPr>
          <p:cNvSpPr txBox="1"/>
          <p:nvPr/>
        </p:nvSpPr>
        <p:spPr>
          <a:xfrm>
            <a:off x="3280608" y="1638134"/>
            <a:ext cx="2334126" cy="400110"/>
          </a:xfrm>
          <a:prstGeom prst="rect">
            <a:avLst/>
          </a:prstGeom>
          <a:noFill/>
        </p:spPr>
        <p:txBody>
          <a:bodyPr wrap="square" rtlCol="0">
            <a:spAutoFit/>
          </a:bodyPr>
          <a:lstStyle/>
          <a:p>
            <a:r>
              <a:rPr lang="en-IT" sz="2000" b="1">
                <a:latin typeface="Raleway" pitchFamily="2" charset="77"/>
              </a:rPr>
              <a:t>COMMENTO</a:t>
            </a:r>
          </a:p>
        </p:txBody>
      </p:sp>
      <p:sp>
        <p:nvSpPr>
          <p:cNvPr id="5" name="TextBox 4">
            <a:extLst>
              <a:ext uri="{FF2B5EF4-FFF2-40B4-BE49-F238E27FC236}">
                <a16:creationId xmlns:a16="http://schemas.microsoft.com/office/drawing/2014/main" id="{F3F7BDB4-ADBC-3161-0E73-46877E984B4C}"/>
              </a:ext>
            </a:extLst>
          </p:cNvPr>
          <p:cNvSpPr txBox="1"/>
          <p:nvPr/>
        </p:nvSpPr>
        <p:spPr>
          <a:xfrm>
            <a:off x="1126957" y="1941499"/>
            <a:ext cx="2334126" cy="369332"/>
          </a:xfrm>
          <a:prstGeom prst="rect">
            <a:avLst/>
          </a:prstGeom>
          <a:noFill/>
        </p:spPr>
        <p:txBody>
          <a:bodyPr wrap="square" rtlCol="0">
            <a:spAutoFit/>
          </a:bodyPr>
          <a:lstStyle/>
          <a:p>
            <a:r>
              <a:rPr lang="en-IT">
                <a:latin typeface="Raleway" pitchFamily="2" charset="77"/>
              </a:rPr>
              <a:t>1 - DERIVA</a:t>
            </a:r>
          </a:p>
        </p:txBody>
      </p:sp>
      <p:sp>
        <p:nvSpPr>
          <p:cNvPr id="7" name="TextBox 6">
            <a:extLst>
              <a:ext uri="{FF2B5EF4-FFF2-40B4-BE49-F238E27FC236}">
                <a16:creationId xmlns:a16="http://schemas.microsoft.com/office/drawing/2014/main" id="{577523AD-5F4B-2509-5847-485A9EEF3C4F}"/>
              </a:ext>
            </a:extLst>
          </p:cNvPr>
          <p:cNvSpPr txBox="1"/>
          <p:nvPr/>
        </p:nvSpPr>
        <p:spPr>
          <a:xfrm>
            <a:off x="3304672" y="1941499"/>
            <a:ext cx="6091988" cy="276999"/>
          </a:xfrm>
          <a:prstGeom prst="rect">
            <a:avLst/>
          </a:prstGeom>
          <a:noFill/>
        </p:spPr>
        <p:txBody>
          <a:bodyPr wrap="square" rtlCol="0">
            <a:spAutoFit/>
          </a:bodyPr>
          <a:lstStyle/>
          <a:p>
            <a:r>
              <a:rPr lang="en-GB" sz="1200" i="1">
                <a:latin typeface="Raleway" pitchFamily="2" charset="77"/>
              </a:rPr>
              <a:t>XXXX</a:t>
            </a:r>
            <a:endParaRPr lang="en-IT" sz="1200">
              <a:latin typeface="Raleway" pitchFamily="2" charset="77"/>
            </a:endParaRPr>
          </a:p>
        </p:txBody>
      </p:sp>
      <p:sp>
        <p:nvSpPr>
          <p:cNvPr id="3" name="TextBox 2">
            <a:extLst>
              <a:ext uri="{FF2B5EF4-FFF2-40B4-BE49-F238E27FC236}">
                <a16:creationId xmlns:a16="http://schemas.microsoft.com/office/drawing/2014/main" id="{4CC5CD96-A6E5-838B-39DB-5E597BF1477A}"/>
              </a:ext>
            </a:extLst>
          </p:cNvPr>
          <p:cNvSpPr txBox="1"/>
          <p:nvPr/>
        </p:nvSpPr>
        <p:spPr>
          <a:xfrm>
            <a:off x="970546" y="3743556"/>
            <a:ext cx="3481138" cy="646331"/>
          </a:xfrm>
          <a:prstGeom prst="rect">
            <a:avLst/>
          </a:prstGeom>
          <a:noFill/>
        </p:spPr>
        <p:txBody>
          <a:bodyPr wrap="square" rtlCol="0">
            <a:spAutoFit/>
          </a:bodyPr>
          <a:lstStyle/>
          <a:p>
            <a:r>
              <a:rPr lang="en-IT" dirty="0">
                <a:latin typeface="Raleway" pitchFamily="2" charset="77"/>
              </a:rPr>
              <a:t>PROCESSI OPERATIVI E ACCESSIBILITÀ</a:t>
            </a:r>
          </a:p>
        </p:txBody>
      </p:sp>
      <p:sp>
        <p:nvSpPr>
          <p:cNvPr id="10" name="TextBox 9">
            <a:extLst>
              <a:ext uri="{FF2B5EF4-FFF2-40B4-BE49-F238E27FC236}">
                <a16:creationId xmlns:a16="http://schemas.microsoft.com/office/drawing/2014/main" id="{FE95F0DF-B3BA-02C9-CE86-C2262A47D1B6}"/>
              </a:ext>
            </a:extLst>
          </p:cNvPr>
          <p:cNvSpPr txBox="1"/>
          <p:nvPr/>
        </p:nvSpPr>
        <p:spPr>
          <a:xfrm>
            <a:off x="970546" y="3459235"/>
            <a:ext cx="2334126" cy="400110"/>
          </a:xfrm>
          <a:prstGeom prst="rect">
            <a:avLst/>
          </a:prstGeom>
          <a:noFill/>
        </p:spPr>
        <p:txBody>
          <a:bodyPr wrap="square" rtlCol="0">
            <a:spAutoFit/>
          </a:bodyPr>
          <a:lstStyle/>
          <a:p>
            <a:r>
              <a:rPr lang="en-IT" sz="2000" b="1">
                <a:latin typeface="Raleway" pitchFamily="2" charset="77"/>
              </a:rPr>
              <a:t>SOTTOGRUPPO</a:t>
            </a:r>
          </a:p>
        </p:txBody>
      </p:sp>
      <p:sp>
        <p:nvSpPr>
          <p:cNvPr id="16" name="TextBox 15">
            <a:extLst>
              <a:ext uri="{FF2B5EF4-FFF2-40B4-BE49-F238E27FC236}">
                <a16:creationId xmlns:a16="http://schemas.microsoft.com/office/drawing/2014/main" id="{07C75DB6-79D7-07C0-3E55-AE8432689C88}"/>
              </a:ext>
            </a:extLst>
          </p:cNvPr>
          <p:cNvSpPr txBox="1"/>
          <p:nvPr/>
        </p:nvSpPr>
        <p:spPr>
          <a:xfrm>
            <a:off x="4576011" y="3447398"/>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7" name="TextBox 16">
            <a:extLst>
              <a:ext uri="{FF2B5EF4-FFF2-40B4-BE49-F238E27FC236}">
                <a16:creationId xmlns:a16="http://schemas.microsoft.com/office/drawing/2014/main" id="{92D0E655-7F42-D2E5-E23B-8284D32055F2}"/>
              </a:ext>
            </a:extLst>
          </p:cNvPr>
          <p:cNvSpPr txBox="1"/>
          <p:nvPr/>
        </p:nvSpPr>
        <p:spPr>
          <a:xfrm>
            <a:off x="6709612" y="3411101"/>
            <a:ext cx="3481138" cy="400110"/>
          </a:xfrm>
          <a:prstGeom prst="rect">
            <a:avLst/>
          </a:prstGeom>
          <a:noFill/>
        </p:spPr>
        <p:txBody>
          <a:bodyPr wrap="square" rtlCol="0">
            <a:spAutoFit/>
          </a:bodyPr>
          <a:lstStyle/>
          <a:p>
            <a:r>
              <a:rPr lang="en-IT" sz="2000" b="1">
                <a:latin typeface="Raleway" pitchFamily="2" charset="77"/>
              </a:rPr>
              <a:t>ATTIVITÀ SUGGERITE</a:t>
            </a:r>
          </a:p>
        </p:txBody>
      </p:sp>
      <p:sp>
        <p:nvSpPr>
          <p:cNvPr id="18" name="TextBox 17">
            <a:extLst>
              <a:ext uri="{FF2B5EF4-FFF2-40B4-BE49-F238E27FC236}">
                <a16:creationId xmlns:a16="http://schemas.microsoft.com/office/drawing/2014/main" id="{591BB636-41C7-20E7-7C3F-1B4B1056B59A}"/>
              </a:ext>
            </a:extLst>
          </p:cNvPr>
          <p:cNvSpPr txBox="1"/>
          <p:nvPr/>
        </p:nvSpPr>
        <p:spPr>
          <a:xfrm>
            <a:off x="4664622" y="3743556"/>
            <a:ext cx="2334126" cy="369332"/>
          </a:xfrm>
          <a:prstGeom prst="rect">
            <a:avLst/>
          </a:prstGeom>
          <a:noFill/>
        </p:spPr>
        <p:txBody>
          <a:bodyPr wrap="square" rtlCol="0">
            <a:spAutoFit/>
          </a:bodyPr>
          <a:lstStyle/>
          <a:p>
            <a:r>
              <a:rPr lang="en-IT">
                <a:latin typeface="Raleway" pitchFamily="2" charset="77"/>
              </a:rPr>
              <a:t>2 - ROTTA</a:t>
            </a:r>
          </a:p>
        </p:txBody>
      </p:sp>
      <p:sp>
        <p:nvSpPr>
          <p:cNvPr id="19" name="TextBox 18">
            <a:extLst>
              <a:ext uri="{FF2B5EF4-FFF2-40B4-BE49-F238E27FC236}">
                <a16:creationId xmlns:a16="http://schemas.microsoft.com/office/drawing/2014/main" id="{5EF03AD8-AD37-38BC-38AB-05FA66D31933}"/>
              </a:ext>
            </a:extLst>
          </p:cNvPr>
          <p:cNvSpPr txBox="1"/>
          <p:nvPr/>
        </p:nvSpPr>
        <p:spPr>
          <a:xfrm>
            <a:off x="6709612" y="3743556"/>
            <a:ext cx="4311314" cy="276999"/>
          </a:xfrm>
          <a:prstGeom prst="rect">
            <a:avLst/>
          </a:prstGeom>
          <a:noFill/>
        </p:spPr>
        <p:txBody>
          <a:bodyPr wrap="square" rtlCol="0">
            <a:spAutoFit/>
          </a:bodyPr>
          <a:lstStyle/>
          <a:p>
            <a:r>
              <a:rPr lang="en-GB" sz="1200" i="1"/>
              <a:t>XXX</a:t>
            </a:r>
            <a:endParaRPr lang="en-IT" sz="1200"/>
          </a:p>
        </p:txBody>
      </p:sp>
      <p:sp>
        <p:nvSpPr>
          <p:cNvPr id="20" name="TextBox 19">
            <a:extLst>
              <a:ext uri="{FF2B5EF4-FFF2-40B4-BE49-F238E27FC236}">
                <a16:creationId xmlns:a16="http://schemas.microsoft.com/office/drawing/2014/main" id="{8D44C133-CB60-F91B-C9F4-55FE4538335E}"/>
              </a:ext>
            </a:extLst>
          </p:cNvPr>
          <p:cNvSpPr txBox="1"/>
          <p:nvPr/>
        </p:nvSpPr>
        <p:spPr>
          <a:xfrm>
            <a:off x="970546" y="4809191"/>
            <a:ext cx="3481138" cy="369332"/>
          </a:xfrm>
          <a:prstGeom prst="rect">
            <a:avLst/>
          </a:prstGeom>
          <a:noFill/>
        </p:spPr>
        <p:txBody>
          <a:bodyPr wrap="square" rtlCol="0">
            <a:spAutoFit/>
          </a:bodyPr>
          <a:lstStyle/>
          <a:p>
            <a:r>
              <a:rPr lang="en-IT">
                <a:latin typeface="Raleway" pitchFamily="2" charset="77"/>
              </a:rPr>
              <a:t>PERSONE E PROCESSI</a:t>
            </a:r>
          </a:p>
        </p:txBody>
      </p:sp>
      <p:sp>
        <p:nvSpPr>
          <p:cNvPr id="21" name="TextBox 20">
            <a:extLst>
              <a:ext uri="{FF2B5EF4-FFF2-40B4-BE49-F238E27FC236}">
                <a16:creationId xmlns:a16="http://schemas.microsoft.com/office/drawing/2014/main" id="{894FAC35-A98D-9F7D-4CFE-6F0C507CD8A7}"/>
              </a:ext>
            </a:extLst>
          </p:cNvPr>
          <p:cNvSpPr txBox="1"/>
          <p:nvPr/>
        </p:nvSpPr>
        <p:spPr>
          <a:xfrm>
            <a:off x="4664622" y="4809191"/>
            <a:ext cx="2334126" cy="369332"/>
          </a:xfrm>
          <a:prstGeom prst="rect">
            <a:avLst/>
          </a:prstGeom>
          <a:noFill/>
        </p:spPr>
        <p:txBody>
          <a:bodyPr wrap="square" rtlCol="0">
            <a:spAutoFit/>
          </a:bodyPr>
          <a:lstStyle/>
          <a:p>
            <a:r>
              <a:rPr lang="en-IT">
                <a:latin typeface="Raleway" pitchFamily="2" charset="77"/>
              </a:rPr>
              <a:t>1 - DERIVA</a:t>
            </a:r>
          </a:p>
        </p:txBody>
      </p:sp>
      <p:sp>
        <p:nvSpPr>
          <p:cNvPr id="22" name="TextBox 21">
            <a:extLst>
              <a:ext uri="{FF2B5EF4-FFF2-40B4-BE49-F238E27FC236}">
                <a16:creationId xmlns:a16="http://schemas.microsoft.com/office/drawing/2014/main" id="{E2D8A36C-5285-9CC5-B68D-73948618C450}"/>
              </a:ext>
            </a:extLst>
          </p:cNvPr>
          <p:cNvSpPr txBox="1"/>
          <p:nvPr/>
        </p:nvSpPr>
        <p:spPr>
          <a:xfrm>
            <a:off x="6725656" y="4763024"/>
            <a:ext cx="4311314" cy="276999"/>
          </a:xfrm>
          <a:prstGeom prst="rect">
            <a:avLst/>
          </a:prstGeom>
          <a:noFill/>
        </p:spPr>
        <p:txBody>
          <a:bodyPr wrap="square" rtlCol="0">
            <a:spAutoFit/>
          </a:bodyPr>
          <a:lstStyle/>
          <a:p>
            <a:r>
              <a:rPr lang="en-GB" sz="1200" i="1"/>
              <a:t>XXX</a:t>
            </a:r>
            <a:endParaRPr lang="en-IT" sz="1200"/>
          </a:p>
        </p:txBody>
      </p:sp>
      <p:sp>
        <p:nvSpPr>
          <p:cNvPr id="23" name="TextBox 22">
            <a:extLst>
              <a:ext uri="{FF2B5EF4-FFF2-40B4-BE49-F238E27FC236}">
                <a16:creationId xmlns:a16="http://schemas.microsoft.com/office/drawing/2014/main" id="{A4F200E5-5F67-87C2-896B-E73E08EF5BBA}"/>
              </a:ext>
            </a:extLst>
          </p:cNvPr>
          <p:cNvSpPr txBox="1"/>
          <p:nvPr/>
        </p:nvSpPr>
        <p:spPr>
          <a:xfrm>
            <a:off x="970546" y="6103434"/>
            <a:ext cx="3481138" cy="646331"/>
          </a:xfrm>
          <a:prstGeom prst="rect">
            <a:avLst/>
          </a:prstGeom>
          <a:noFill/>
        </p:spPr>
        <p:txBody>
          <a:bodyPr wrap="square" rtlCol="0">
            <a:spAutoFit/>
          </a:bodyPr>
          <a:lstStyle/>
          <a:p>
            <a:r>
              <a:rPr lang="en-IT">
                <a:latin typeface="Raleway" pitchFamily="2" charset="77"/>
              </a:rPr>
              <a:t>INNOVAZIONE, RICERCA E SVILUPPO</a:t>
            </a:r>
          </a:p>
        </p:txBody>
      </p:sp>
      <p:sp>
        <p:nvSpPr>
          <p:cNvPr id="24" name="TextBox 23">
            <a:extLst>
              <a:ext uri="{FF2B5EF4-FFF2-40B4-BE49-F238E27FC236}">
                <a16:creationId xmlns:a16="http://schemas.microsoft.com/office/drawing/2014/main" id="{C54FB693-4441-D9F4-78B5-5200BBD1F702}"/>
              </a:ext>
            </a:extLst>
          </p:cNvPr>
          <p:cNvSpPr txBox="1"/>
          <p:nvPr/>
        </p:nvSpPr>
        <p:spPr>
          <a:xfrm>
            <a:off x="4664622" y="6103434"/>
            <a:ext cx="2334126" cy="369332"/>
          </a:xfrm>
          <a:prstGeom prst="rect">
            <a:avLst/>
          </a:prstGeom>
          <a:noFill/>
        </p:spPr>
        <p:txBody>
          <a:bodyPr wrap="square" rtlCol="0">
            <a:spAutoFit/>
          </a:bodyPr>
          <a:lstStyle/>
          <a:p>
            <a:r>
              <a:rPr lang="en-IT">
                <a:latin typeface="Raleway" pitchFamily="2" charset="77"/>
              </a:rPr>
              <a:t>1 - DERIVA</a:t>
            </a:r>
          </a:p>
        </p:txBody>
      </p:sp>
      <p:sp>
        <p:nvSpPr>
          <p:cNvPr id="25" name="TextBox 24">
            <a:extLst>
              <a:ext uri="{FF2B5EF4-FFF2-40B4-BE49-F238E27FC236}">
                <a16:creationId xmlns:a16="http://schemas.microsoft.com/office/drawing/2014/main" id="{092E710F-E7DB-E8B9-448B-21DB8EF132F1}"/>
              </a:ext>
            </a:extLst>
          </p:cNvPr>
          <p:cNvSpPr txBox="1"/>
          <p:nvPr/>
        </p:nvSpPr>
        <p:spPr>
          <a:xfrm>
            <a:off x="6725656" y="6057267"/>
            <a:ext cx="4311314" cy="276999"/>
          </a:xfrm>
          <a:prstGeom prst="rect">
            <a:avLst/>
          </a:prstGeom>
          <a:noFill/>
        </p:spPr>
        <p:txBody>
          <a:bodyPr wrap="square" rtlCol="0">
            <a:spAutoFit/>
          </a:bodyPr>
          <a:lstStyle/>
          <a:p>
            <a:r>
              <a:rPr lang="en-GB" sz="1200" i="1"/>
              <a:t>XXX</a:t>
            </a:r>
            <a:endParaRPr lang="en-IT" sz="1200"/>
          </a:p>
        </p:txBody>
      </p:sp>
      <p:sp>
        <p:nvSpPr>
          <p:cNvPr id="4" name="Rettangolo 3">
            <a:extLst>
              <a:ext uri="{FF2B5EF4-FFF2-40B4-BE49-F238E27FC236}">
                <a16:creationId xmlns:a16="http://schemas.microsoft.com/office/drawing/2014/main" id="{AC5A2D13-D055-3666-240D-C6DC46F22E9D}"/>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p>
        </p:txBody>
      </p:sp>
    </p:spTree>
    <p:extLst>
      <p:ext uri="{BB962C8B-B14F-4D97-AF65-F5344CB8AC3E}">
        <p14:creationId xmlns:p14="http://schemas.microsoft.com/office/powerpoint/2010/main" val="442731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679F0-3E5C-778C-81E3-9FEF8272A4D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B9B931E-31D8-5353-821F-6B7C0587D4EB}"/>
              </a:ext>
            </a:extLst>
          </p:cNvPr>
          <p:cNvSpPr txBox="1"/>
          <p:nvPr/>
        </p:nvSpPr>
        <p:spPr>
          <a:xfrm>
            <a:off x="970546" y="977089"/>
            <a:ext cx="5991727" cy="523220"/>
          </a:xfrm>
          <a:prstGeom prst="rect">
            <a:avLst/>
          </a:prstGeom>
          <a:noFill/>
        </p:spPr>
        <p:txBody>
          <a:bodyPr wrap="square" rtlCol="0">
            <a:spAutoFit/>
          </a:bodyPr>
          <a:lstStyle/>
          <a:p>
            <a:r>
              <a:rPr lang="en-IT" sz="2800" b="1">
                <a:latin typeface="Raleway" pitchFamily="2" charset="77"/>
              </a:rPr>
              <a:t>MERCATO</a:t>
            </a:r>
          </a:p>
        </p:txBody>
      </p:sp>
      <p:sp>
        <p:nvSpPr>
          <p:cNvPr id="9" name="TextBox 8">
            <a:extLst>
              <a:ext uri="{FF2B5EF4-FFF2-40B4-BE49-F238E27FC236}">
                <a16:creationId xmlns:a16="http://schemas.microsoft.com/office/drawing/2014/main" id="{6C7A72EB-D985-5CE0-AD67-43199F016C88}"/>
              </a:ext>
            </a:extLst>
          </p:cNvPr>
          <p:cNvSpPr txBox="1"/>
          <p:nvPr/>
        </p:nvSpPr>
        <p:spPr>
          <a:xfrm>
            <a:off x="1102893" y="1649971"/>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2" name="TextBox 11">
            <a:extLst>
              <a:ext uri="{FF2B5EF4-FFF2-40B4-BE49-F238E27FC236}">
                <a16:creationId xmlns:a16="http://schemas.microsoft.com/office/drawing/2014/main" id="{D4BD2BD7-1C20-0DF8-6F25-D5BDAC6990BE}"/>
              </a:ext>
            </a:extLst>
          </p:cNvPr>
          <p:cNvSpPr txBox="1"/>
          <p:nvPr/>
        </p:nvSpPr>
        <p:spPr>
          <a:xfrm>
            <a:off x="8819147" y="445299"/>
            <a:ext cx="3705727" cy="369332"/>
          </a:xfrm>
          <a:prstGeom prst="rect">
            <a:avLst/>
          </a:prstGeom>
          <a:noFill/>
        </p:spPr>
        <p:txBody>
          <a:bodyPr wrap="square" rtlCol="0">
            <a:spAutoFit/>
          </a:bodyPr>
          <a:lstStyle/>
          <a:p>
            <a:r>
              <a:rPr lang="en-IT"/>
              <a:t>RADAR</a:t>
            </a:r>
          </a:p>
        </p:txBody>
      </p:sp>
      <p:sp>
        <p:nvSpPr>
          <p:cNvPr id="15" name="TextBox 14">
            <a:extLst>
              <a:ext uri="{FF2B5EF4-FFF2-40B4-BE49-F238E27FC236}">
                <a16:creationId xmlns:a16="http://schemas.microsoft.com/office/drawing/2014/main" id="{5E45F566-7CFE-BB98-FD02-46F45D5187AE}"/>
              </a:ext>
            </a:extLst>
          </p:cNvPr>
          <p:cNvSpPr txBox="1"/>
          <p:nvPr/>
        </p:nvSpPr>
        <p:spPr>
          <a:xfrm>
            <a:off x="3280608" y="1638134"/>
            <a:ext cx="2334126" cy="400110"/>
          </a:xfrm>
          <a:prstGeom prst="rect">
            <a:avLst/>
          </a:prstGeom>
          <a:noFill/>
        </p:spPr>
        <p:txBody>
          <a:bodyPr wrap="square" rtlCol="0">
            <a:spAutoFit/>
          </a:bodyPr>
          <a:lstStyle/>
          <a:p>
            <a:r>
              <a:rPr lang="en-IT" sz="2000" b="1">
                <a:latin typeface="Raleway" pitchFamily="2" charset="77"/>
              </a:rPr>
              <a:t>COMMENTO</a:t>
            </a:r>
          </a:p>
        </p:txBody>
      </p:sp>
      <p:sp>
        <p:nvSpPr>
          <p:cNvPr id="5" name="TextBox 4">
            <a:extLst>
              <a:ext uri="{FF2B5EF4-FFF2-40B4-BE49-F238E27FC236}">
                <a16:creationId xmlns:a16="http://schemas.microsoft.com/office/drawing/2014/main" id="{2832428A-75F7-0CAC-4876-70E956CB8E00}"/>
              </a:ext>
            </a:extLst>
          </p:cNvPr>
          <p:cNvSpPr txBox="1"/>
          <p:nvPr/>
        </p:nvSpPr>
        <p:spPr>
          <a:xfrm>
            <a:off x="1126957" y="1941499"/>
            <a:ext cx="2334126" cy="369332"/>
          </a:xfrm>
          <a:prstGeom prst="rect">
            <a:avLst/>
          </a:prstGeom>
          <a:noFill/>
        </p:spPr>
        <p:txBody>
          <a:bodyPr wrap="square" rtlCol="0">
            <a:spAutoFit/>
          </a:bodyPr>
          <a:lstStyle/>
          <a:p>
            <a:r>
              <a:rPr lang="en-IT">
                <a:latin typeface="Raleway" pitchFamily="2" charset="77"/>
              </a:rPr>
              <a:t>1 - DERIVA</a:t>
            </a:r>
          </a:p>
        </p:txBody>
      </p:sp>
      <p:sp>
        <p:nvSpPr>
          <p:cNvPr id="7" name="TextBox 6">
            <a:extLst>
              <a:ext uri="{FF2B5EF4-FFF2-40B4-BE49-F238E27FC236}">
                <a16:creationId xmlns:a16="http://schemas.microsoft.com/office/drawing/2014/main" id="{225D48D8-1454-1C6B-0DEC-5681638EB34C}"/>
              </a:ext>
            </a:extLst>
          </p:cNvPr>
          <p:cNvSpPr txBox="1"/>
          <p:nvPr/>
        </p:nvSpPr>
        <p:spPr>
          <a:xfrm>
            <a:off x="3304672" y="1941499"/>
            <a:ext cx="6091988" cy="276999"/>
          </a:xfrm>
          <a:prstGeom prst="rect">
            <a:avLst/>
          </a:prstGeom>
          <a:noFill/>
        </p:spPr>
        <p:txBody>
          <a:bodyPr wrap="square" rtlCol="0">
            <a:spAutoFit/>
          </a:bodyPr>
          <a:lstStyle/>
          <a:p>
            <a:r>
              <a:rPr lang="en-GB" sz="1200" i="1">
                <a:latin typeface="Raleway" pitchFamily="2" charset="77"/>
              </a:rPr>
              <a:t>XXXX</a:t>
            </a:r>
            <a:endParaRPr lang="en-IT" sz="1200">
              <a:latin typeface="Raleway" pitchFamily="2" charset="77"/>
            </a:endParaRPr>
          </a:p>
        </p:txBody>
      </p:sp>
      <p:sp>
        <p:nvSpPr>
          <p:cNvPr id="2" name="TextBox 1">
            <a:extLst>
              <a:ext uri="{FF2B5EF4-FFF2-40B4-BE49-F238E27FC236}">
                <a16:creationId xmlns:a16="http://schemas.microsoft.com/office/drawing/2014/main" id="{8BD7F7E3-6CD6-D519-DAAD-0EA963033FD7}"/>
              </a:ext>
            </a:extLst>
          </p:cNvPr>
          <p:cNvSpPr txBox="1"/>
          <p:nvPr/>
        </p:nvSpPr>
        <p:spPr>
          <a:xfrm>
            <a:off x="1102891" y="3281209"/>
            <a:ext cx="3481138" cy="646331"/>
          </a:xfrm>
          <a:prstGeom prst="rect">
            <a:avLst/>
          </a:prstGeom>
          <a:noFill/>
        </p:spPr>
        <p:txBody>
          <a:bodyPr wrap="square" rtlCol="0">
            <a:spAutoFit/>
          </a:bodyPr>
          <a:lstStyle/>
          <a:p>
            <a:r>
              <a:rPr lang="en-IT">
                <a:latin typeface="Raleway" pitchFamily="2" charset="77"/>
              </a:rPr>
              <a:t>BRAND, COMUNICAZIONE E RAPPRESENTAZIONE</a:t>
            </a:r>
          </a:p>
        </p:txBody>
      </p:sp>
      <p:sp>
        <p:nvSpPr>
          <p:cNvPr id="4" name="TextBox 3">
            <a:extLst>
              <a:ext uri="{FF2B5EF4-FFF2-40B4-BE49-F238E27FC236}">
                <a16:creationId xmlns:a16="http://schemas.microsoft.com/office/drawing/2014/main" id="{61CAADDA-8A2C-06F8-AE8B-4704F635F784}"/>
              </a:ext>
            </a:extLst>
          </p:cNvPr>
          <p:cNvSpPr txBox="1"/>
          <p:nvPr/>
        </p:nvSpPr>
        <p:spPr>
          <a:xfrm>
            <a:off x="1102891" y="2996888"/>
            <a:ext cx="2334126" cy="400110"/>
          </a:xfrm>
          <a:prstGeom prst="rect">
            <a:avLst/>
          </a:prstGeom>
          <a:noFill/>
        </p:spPr>
        <p:txBody>
          <a:bodyPr wrap="square" rtlCol="0">
            <a:spAutoFit/>
          </a:bodyPr>
          <a:lstStyle/>
          <a:p>
            <a:r>
              <a:rPr lang="en-IT" sz="2000" b="1">
                <a:latin typeface="Raleway" pitchFamily="2" charset="77"/>
              </a:rPr>
              <a:t>SOTTOGRUPPO</a:t>
            </a:r>
          </a:p>
        </p:txBody>
      </p:sp>
      <p:sp>
        <p:nvSpPr>
          <p:cNvPr id="11" name="TextBox 10">
            <a:extLst>
              <a:ext uri="{FF2B5EF4-FFF2-40B4-BE49-F238E27FC236}">
                <a16:creationId xmlns:a16="http://schemas.microsoft.com/office/drawing/2014/main" id="{EF8F026A-EA03-09C6-0DB3-1B61634FCC10}"/>
              </a:ext>
            </a:extLst>
          </p:cNvPr>
          <p:cNvSpPr txBox="1"/>
          <p:nvPr/>
        </p:nvSpPr>
        <p:spPr>
          <a:xfrm>
            <a:off x="4708356" y="2985051"/>
            <a:ext cx="2334126" cy="400110"/>
          </a:xfrm>
          <a:prstGeom prst="rect">
            <a:avLst/>
          </a:prstGeom>
          <a:noFill/>
        </p:spPr>
        <p:txBody>
          <a:bodyPr wrap="square" rtlCol="0">
            <a:spAutoFit/>
          </a:bodyPr>
          <a:lstStyle/>
          <a:p>
            <a:r>
              <a:rPr lang="en-IT" sz="2000" b="1">
                <a:latin typeface="Raleway" pitchFamily="2" charset="77"/>
              </a:rPr>
              <a:t>RISULTATO</a:t>
            </a:r>
          </a:p>
        </p:txBody>
      </p:sp>
      <p:sp>
        <p:nvSpPr>
          <p:cNvPr id="13" name="TextBox 12">
            <a:extLst>
              <a:ext uri="{FF2B5EF4-FFF2-40B4-BE49-F238E27FC236}">
                <a16:creationId xmlns:a16="http://schemas.microsoft.com/office/drawing/2014/main" id="{CDA3C3FC-8498-AEBA-077D-39BB81081E3C}"/>
              </a:ext>
            </a:extLst>
          </p:cNvPr>
          <p:cNvSpPr txBox="1"/>
          <p:nvPr/>
        </p:nvSpPr>
        <p:spPr>
          <a:xfrm>
            <a:off x="6841957" y="2948754"/>
            <a:ext cx="3481138" cy="400110"/>
          </a:xfrm>
          <a:prstGeom prst="rect">
            <a:avLst/>
          </a:prstGeom>
          <a:noFill/>
        </p:spPr>
        <p:txBody>
          <a:bodyPr wrap="square" rtlCol="0">
            <a:spAutoFit/>
          </a:bodyPr>
          <a:lstStyle/>
          <a:p>
            <a:r>
              <a:rPr lang="en-IT" sz="2000" b="1">
                <a:latin typeface="Raleway" pitchFamily="2" charset="77"/>
              </a:rPr>
              <a:t>ATTIVITÀ SUGGERITE</a:t>
            </a:r>
          </a:p>
        </p:txBody>
      </p:sp>
      <p:sp>
        <p:nvSpPr>
          <p:cNvPr id="14" name="TextBox 13">
            <a:extLst>
              <a:ext uri="{FF2B5EF4-FFF2-40B4-BE49-F238E27FC236}">
                <a16:creationId xmlns:a16="http://schemas.microsoft.com/office/drawing/2014/main" id="{A1570727-373C-C4C8-9C17-6F842871C5F4}"/>
              </a:ext>
            </a:extLst>
          </p:cNvPr>
          <p:cNvSpPr txBox="1"/>
          <p:nvPr/>
        </p:nvSpPr>
        <p:spPr>
          <a:xfrm>
            <a:off x="4796967" y="3281209"/>
            <a:ext cx="2334126" cy="369332"/>
          </a:xfrm>
          <a:prstGeom prst="rect">
            <a:avLst/>
          </a:prstGeom>
          <a:noFill/>
        </p:spPr>
        <p:txBody>
          <a:bodyPr wrap="square" rtlCol="0">
            <a:spAutoFit/>
          </a:bodyPr>
          <a:lstStyle/>
          <a:p>
            <a:r>
              <a:rPr lang="en-IT">
                <a:latin typeface="Raleway" pitchFamily="2" charset="77"/>
              </a:rPr>
              <a:t>2 - ROTTA</a:t>
            </a:r>
          </a:p>
        </p:txBody>
      </p:sp>
      <p:sp>
        <p:nvSpPr>
          <p:cNvPr id="26" name="TextBox 25">
            <a:extLst>
              <a:ext uri="{FF2B5EF4-FFF2-40B4-BE49-F238E27FC236}">
                <a16:creationId xmlns:a16="http://schemas.microsoft.com/office/drawing/2014/main" id="{1846DD80-47E6-4634-5959-60336CF04E63}"/>
              </a:ext>
            </a:extLst>
          </p:cNvPr>
          <p:cNvSpPr txBox="1"/>
          <p:nvPr/>
        </p:nvSpPr>
        <p:spPr>
          <a:xfrm>
            <a:off x="6841957" y="3281209"/>
            <a:ext cx="4311314" cy="276999"/>
          </a:xfrm>
          <a:prstGeom prst="rect">
            <a:avLst/>
          </a:prstGeom>
          <a:noFill/>
        </p:spPr>
        <p:txBody>
          <a:bodyPr wrap="square" rtlCol="0">
            <a:spAutoFit/>
          </a:bodyPr>
          <a:lstStyle/>
          <a:p>
            <a:r>
              <a:rPr lang="en-GB" sz="1200" i="1">
                <a:latin typeface="Raleway" pitchFamily="2" charset="77"/>
              </a:rPr>
              <a:t>XXX</a:t>
            </a:r>
            <a:endParaRPr lang="en-IT" sz="1200">
              <a:latin typeface="Raleway" pitchFamily="2" charset="77"/>
            </a:endParaRPr>
          </a:p>
        </p:txBody>
      </p:sp>
      <p:sp>
        <p:nvSpPr>
          <p:cNvPr id="27" name="TextBox 26">
            <a:extLst>
              <a:ext uri="{FF2B5EF4-FFF2-40B4-BE49-F238E27FC236}">
                <a16:creationId xmlns:a16="http://schemas.microsoft.com/office/drawing/2014/main" id="{33359B06-4006-28CF-A420-49FE5AF1C926}"/>
              </a:ext>
            </a:extLst>
          </p:cNvPr>
          <p:cNvSpPr txBox="1"/>
          <p:nvPr/>
        </p:nvSpPr>
        <p:spPr>
          <a:xfrm>
            <a:off x="1102891" y="4346844"/>
            <a:ext cx="3481138" cy="646331"/>
          </a:xfrm>
          <a:prstGeom prst="rect">
            <a:avLst/>
          </a:prstGeom>
          <a:noFill/>
        </p:spPr>
        <p:txBody>
          <a:bodyPr wrap="square" rtlCol="0">
            <a:spAutoFit/>
          </a:bodyPr>
          <a:lstStyle/>
          <a:p>
            <a:r>
              <a:rPr lang="en-IT">
                <a:latin typeface="Raleway" pitchFamily="2" charset="77"/>
              </a:rPr>
              <a:t>CLIENTI, UTENTI E ACCESSIBILITÀ</a:t>
            </a:r>
          </a:p>
        </p:txBody>
      </p:sp>
      <p:sp>
        <p:nvSpPr>
          <p:cNvPr id="28" name="TextBox 27">
            <a:extLst>
              <a:ext uri="{FF2B5EF4-FFF2-40B4-BE49-F238E27FC236}">
                <a16:creationId xmlns:a16="http://schemas.microsoft.com/office/drawing/2014/main" id="{BD786A6A-7A80-E83F-363E-695D29AB2FA0}"/>
              </a:ext>
            </a:extLst>
          </p:cNvPr>
          <p:cNvSpPr txBox="1"/>
          <p:nvPr/>
        </p:nvSpPr>
        <p:spPr>
          <a:xfrm>
            <a:off x="4796967" y="4346844"/>
            <a:ext cx="2334126" cy="369332"/>
          </a:xfrm>
          <a:prstGeom prst="rect">
            <a:avLst/>
          </a:prstGeom>
          <a:noFill/>
        </p:spPr>
        <p:txBody>
          <a:bodyPr wrap="square" rtlCol="0">
            <a:spAutoFit/>
          </a:bodyPr>
          <a:lstStyle/>
          <a:p>
            <a:r>
              <a:rPr lang="en-IT">
                <a:latin typeface="Raleway" pitchFamily="2" charset="77"/>
              </a:rPr>
              <a:t>1 - DERIVA</a:t>
            </a:r>
          </a:p>
        </p:txBody>
      </p:sp>
      <p:sp>
        <p:nvSpPr>
          <p:cNvPr id="29" name="TextBox 28">
            <a:extLst>
              <a:ext uri="{FF2B5EF4-FFF2-40B4-BE49-F238E27FC236}">
                <a16:creationId xmlns:a16="http://schemas.microsoft.com/office/drawing/2014/main" id="{DE1B6A1B-F812-FBA2-DF11-95BFEB6A4AD1}"/>
              </a:ext>
            </a:extLst>
          </p:cNvPr>
          <p:cNvSpPr txBox="1"/>
          <p:nvPr/>
        </p:nvSpPr>
        <p:spPr>
          <a:xfrm>
            <a:off x="6858001" y="4300677"/>
            <a:ext cx="4311314" cy="276999"/>
          </a:xfrm>
          <a:prstGeom prst="rect">
            <a:avLst/>
          </a:prstGeom>
          <a:noFill/>
        </p:spPr>
        <p:txBody>
          <a:bodyPr wrap="square" rtlCol="0">
            <a:spAutoFit/>
          </a:bodyPr>
          <a:lstStyle/>
          <a:p>
            <a:r>
              <a:rPr lang="en-GB" sz="1200" i="1">
                <a:latin typeface="Raleway" pitchFamily="2" charset="77"/>
              </a:rPr>
              <a:t>XXX</a:t>
            </a:r>
            <a:endParaRPr lang="en-IT" sz="1200">
              <a:latin typeface="Raleway" pitchFamily="2" charset="77"/>
            </a:endParaRPr>
          </a:p>
        </p:txBody>
      </p:sp>
      <p:sp>
        <p:nvSpPr>
          <p:cNvPr id="30" name="TextBox 29">
            <a:extLst>
              <a:ext uri="{FF2B5EF4-FFF2-40B4-BE49-F238E27FC236}">
                <a16:creationId xmlns:a16="http://schemas.microsoft.com/office/drawing/2014/main" id="{DEB8FF81-51EF-D9FF-5536-898D94C730FB}"/>
              </a:ext>
            </a:extLst>
          </p:cNvPr>
          <p:cNvSpPr txBox="1"/>
          <p:nvPr/>
        </p:nvSpPr>
        <p:spPr>
          <a:xfrm>
            <a:off x="1102891" y="5641087"/>
            <a:ext cx="3481138" cy="646331"/>
          </a:xfrm>
          <a:prstGeom prst="rect">
            <a:avLst/>
          </a:prstGeom>
          <a:noFill/>
        </p:spPr>
        <p:txBody>
          <a:bodyPr wrap="square" rtlCol="0">
            <a:spAutoFit/>
          </a:bodyPr>
          <a:lstStyle/>
          <a:p>
            <a:r>
              <a:rPr lang="en-IT">
                <a:latin typeface="Raleway" pitchFamily="2" charset="77"/>
              </a:rPr>
              <a:t>IMPATTO SOCIALE E POSIZIONAMENTO</a:t>
            </a:r>
          </a:p>
        </p:txBody>
      </p:sp>
      <p:sp>
        <p:nvSpPr>
          <p:cNvPr id="31" name="TextBox 30">
            <a:extLst>
              <a:ext uri="{FF2B5EF4-FFF2-40B4-BE49-F238E27FC236}">
                <a16:creationId xmlns:a16="http://schemas.microsoft.com/office/drawing/2014/main" id="{32D53905-8292-6827-36BC-20A7ACA1E0E0}"/>
              </a:ext>
            </a:extLst>
          </p:cNvPr>
          <p:cNvSpPr txBox="1"/>
          <p:nvPr/>
        </p:nvSpPr>
        <p:spPr>
          <a:xfrm>
            <a:off x="4796967" y="5641087"/>
            <a:ext cx="2334126" cy="369332"/>
          </a:xfrm>
          <a:prstGeom prst="rect">
            <a:avLst/>
          </a:prstGeom>
          <a:noFill/>
        </p:spPr>
        <p:txBody>
          <a:bodyPr wrap="square" rtlCol="0">
            <a:spAutoFit/>
          </a:bodyPr>
          <a:lstStyle/>
          <a:p>
            <a:r>
              <a:rPr lang="en-IT">
                <a:latin typeface="Raleway" pitchFamily="2" charset="77"/>
              </a:rPr>
              <a:t>1 - DERIVA</a:t>
            </a:r>
          </a:p>
        </p:txBody>
      </p:sp>
      <p:sp>
        <p:nvSpPr>
          <p:cNvPr id="32" name="TextBox 31">
            <a:extLst>
              <a:ext uri="{FF2B5EF4-FFF2-40B4-BE49-F238E27FC236}">
                <a16:creationId xmlns:a16="http://schemas.microsoft.com/office/drawing/2014/main" id="{2DE7B23C-C882-2D59-8F87-BFD9E9EA9056}"/>
              </a:ext>
            </a:extLst>
          </p:cNvPr>
          <p:cNvSpPr txBox="1"/>
          <p:nvPr/>
        </p:nvSpPr>
        <p:spPr>
          <a:xfrm>
            <a:off x="6858001" y="5594920"/>
            <a:ext cx="4311314" cy="276999"/>
          </a:xfrm>
          <a:prstGeom prst="rect">
            <a:avLst/>
          </a:prstGeom>
          <a:noFill/>
        </p:spPr>
        <p:txBody>
          <a:bodyPr wrap="square" rtlCol="0">
            <a:spAutoFit/>
          </a:bodyPr>
          <a:lstStyle/>
          <a:p>
            <a:r>
              <a:rPr lang="en-GB" sz="1200" i="1">
                <a:latin typeface="Raleway" pitchFamily="2" charset="77"/>
              </a:rPr>
              <a:t>XXX</a:t>
            </a:r>
            <a:endParaRPr lang="en-IT" sz="1200">
              <a:latin typeface="Raleway" pitchFamily="2" charset="77"/>
            </a:endParaRPr>
          </a:p>
        </p:txBody>
      </p:sp>
      <p:sp>
        <p:nvSpPr>
          <p:cNvPr id="10" name="Rettangolo 9">
            <a:extLst>
              <a:ext uri="{FF2B5EF4-FFF2-40B4-BE49-F238E27FC236}">
                <a16:creationId xmlns:a16="http://schemas.microsoft.com/office/drawing/2014/main" id="{57245B88-0355-C127-B0F1-1EFBDC55D547}"/>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p>
        </p:txBody>
      </p:sp>
    </p:spTree>
    <p:extLst>
      <p:ext uri="{BB962C8B-B14F-4D97-AF65-F5344CB8AC3E}">
        <p14:creationId xmlns:p14="http://schemas.microsoft.com/office/powerpoint/2010/main" val="3947034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BC820-3B49-1515-1C28-A5A015880077}"/>
            </a:ext>
          </a:extLst>
        </p:cNvPr>
        <p:cNvGrpSpPr/>
        <p:nvPr/>
      </p:nvGrpSpPr>
      <p:grpSpPr>
        <a:xfrm>
          <a:off x="0" y="0"/>
          <a:ext cx="0" cy="0"/>
          <a:chOff x="0" y="0"/>
          <a:chExt cx="0" cy="0"/>
        </a:xfrm>
      </p:grpSpPr>
      <p:pic>
        <p:nvPicPr>
          <p:cNvPr id="4" name="Image 0" descr="/mnt/data/subgroup_radar.png">
            <a:extLst>
              <a:ext uri="{FF2B5EF4-FFF2-40B4-BE49-F238E27FC236}">
                <a16:creationId xmlns:a16="http://schemas.microsoft.com/office/drawing/2014/main" id="{5178F04D-609C-BAD9-7F53-71E60319CB89}"/>
              </a:ext>
            </a:extLst>
          </p:cNvPr>
          <p:cNvPicPr>
            <a:picLocks noChangeAspect="1"/>
          </p:cNvPicPr>
          <p:nvPr/>
        </p:nvPicPr>
        <p:blipFill>
          <a:blip r:embed="rId3"/>
          <a:stretch>
            <a:fillRect/>
          </a:stretch>
        </p:blipFill>
        <p:spPr>
          <a:xfrm>
            <a:off x="591785" y="1738664"/>
            <a:ext cx="5558846" cy="4662257"/>
          </a:xfrm>
          <a:prstGeom prst="rect">
            <a:avLst/>
          </a:prstGeom>
        </p:spPr>
      </p:pic>
      <p:sp>
        <p:nvSpPr>
          <p:cNvPr id="6" name="Text 38">
            <a:extLst>
              <a:ext uri="{FF2B5EF4-FFF2-40B4-BE49-F238E27FC236}">
                <a16:creationId xmlns:a16="http://schemas.microsoft.com/office/drawing/2014/main" id="{F296D883-6A66-6B37-1620-2C8A741479D5}"/>
              </a:ext>
            </a:extLst>
          </p:cNvPr>
          <p:cNvSpPr/>
          <p:nvPr/>
        </p:nvSpPr>
        <p:spPr>
          <a:xfrm>
            <a:off x="7050024" y="3191969"/>
            <a:ext cx="1463040" cy="182880"/>
          </a:xfrm>
          <a:prstGeom prst="rect">
            <a:avLst/>
          </a:prstGeom>
          <a:noFill/>
          <a:ln/>
        </p:spPr>
        <p:txBody>
          <a:bodyPr wrap="square" lIns="0" tIns="0" rIns="0" bIns="0" rtlCol="0" anchor="ctr"/>
          <a:lstStyle/>
          <a:p>
            <a:pPr marL="0" indent="0">
              <a:buNone/>
            </a:pPr>
            <a:r>
              <a:rPr lang="en-US" sz="1200" b="1">
                <a:solidFill>
                  <a:srgbClr val="12B76A"/>
                </a:solidFill>
              </a:rPr>
              <a:t>Punti di forza</a:t>
            </a:r>
            <a:endParaRPr lang="en-US" sz="1200"/>
          </a:p>
        </p:txBody>
      </p:sp>
      <p:sp>
        <p:nvSpPr>
          <p:cNvPr id="7" name="Shape 39">
            <a:extLst>
              <a:ext uri="{FF2B5EF4-FFF2-40B4-BE49-F238E27FC236}">
                <a16:creationId xmlns:a16="http://schemas.microsoft.com/office/drawing/2014/main" id="{F2461B72-42A3-0368-E362-CBA2E121A141}"/>
              </a:ext>
            </a:extLst>
          </p:cNvPr>
          <p:cNvSpPr/>
          <p:nvPr/>
        </p:nvSpPr>
        <p:spPr>
          <a:xfrm>
            <a:off x="7050024" y="3466289"/>
            <a:ext cx="3337560" cy="274320"/>
          </a:xfrm>
          <a:prstGeom prst="roundRect">
            <a:avLst>
              <a:gd name="adj" fmla="val 13333"/>
            </a:avLst>
          </a:prstGeom>
          <a:solidFill>
            <a:srgbClr val="ECFDF3"/>
          </a:solidFill>
          <a:ln w="12700">
            <a:solidFill>
              <a:srgbClr val="ECFDF3">
                <a:alpha val="0"/>
              </a:srgbClr>
            </a:solidFill>
            <a:prstDash val="solid"/>
          </a:ln>
        </p:spPr>
        <p:txBody>
          <a:bodyPr/>
          <a:lstStyle/>
          <a:p>
            <a:endParaRPr lang="en-GB" sz="3600"/>
          </a:p>
        </p:txBody>
      </p:sp>
      <p:sp>
        <p:nvSpPr>
          <p:cNvPr id="8" name="Text 40">
            <a:extLst>
              <a:ext uri="{FF2B5EF4-FFF2-40B4-BE49-F238E27FC236}">
                <a16:creationId xmlns:a16="http://schemas.microsoft.com/office/drawing/2014/main" id="{F044EEF3-822F-9AFA-7BAD-37E4ACB51849}"/>
              </a:ext>
            </a:extLst>
          </p:cNvPr>
          <p:cNvSpPr/>
          <p:nvPr/>
        </p:nvSpPr>
        <p:spPr>
          <a:xfrm>
            <a:off x="7168896" y="3512009"/>
            <a:ext cx="2514600" cy="164592"/>
          </a:xfrm>
          <a:prstGeom prst="rect">
            <a:avLst/>
          </a:prstGeom>
          <a:noFill/>
          <a:ln/>
        </p:spPr>
        <p:txBody>
          <a:bodyPr wrap="square" lIns="0" tIns="0" rIns="0" bIns="0" rtlCol="0" anchor="ctr">
            <a:noAutofit/>
          </a:bodyPr>
          <a:lstStyle/>
          <a:p>
            <a:pPr marL="0" indent="0">
              <a:buNone/>
            </a:pPr>
            <a:r>
              <a:rPr lang="en-US" sz="1000">
                <a:solidFill>
                  <a:srgbClr val="1D2939"/>
                </a:solidFill>
              </a:rPr>
              <a:t>BRAND, COMUNICAZIONE E</a:t>
            </a:r>
            <a:endParaRPr lang="en-US" sz="1000"/>
          </a:p>
          <a:p>
            <a:pPr marL="0" indent="0">
              <a:buNone/>
            </a:pPr>
            <a:r>
              <a:rPr lang="en-US" sz="1000">
                <a:solidFill>
                  <a:srgbClr val="1D2939"/>
                </a:solidFill>
              </a:rPr>
              <a:t>RAPPRESENTAZIONE</a:t>
            </a:r>
            <a:endParaRPr lang="en-US" sz="1000"/>
          </a:p>
        </p:txBody>
      </p:sp>
      <p:sp>
        <p:nvSpPr>
          <p:cNvPr id="9" name="Text 41">
            <a:extLst>
              <a:ext uri="{FF2B5EF4-FFF2-40B4-BE49-F238E27FC236}">
                <a16:creationId xmlns:a16="http://schemas.microsoft.com/office/drawing/2014/main" id="{47D75929-70A4-5EDB-4AEA-BB022F862AC9}"/>
              </a:ext>
            </a:extLst>
          </p:cNvPr>
          <p:cNvSpPr/>
          <p:nvPr/>
        </p:nvSpPr>
        <p:spPr>
          <a:xfrm>
            <a:off x="9701784" y="3502865"/>
            <a:ext cx="502920" cy="164592"/>
          </a:xfrm>
          <a:prstGeom prst="rect">
            <a:avLst/>
          </a:prstGeom>
          <a:noFill/>
          <a:ln/>
        </p:spPr>
        <p:txBody>
          <a:bodyPr wrap="square" lIns="0" tIns="0" rIns="0" bIns="0" rtlCol="0" anchor="ctr"/>
          <a:lstStyle/>
          <a:p>
            <a:pPr marL="0" indent="0" algn="r">
              <a:buNone/>
            </a:pPr>
            <a:r>
              <a:rPr lang="en-US" sz="1100" b="1">
                <a:solidFill>
                  <a:srgbClr val="12B76A"/>
                </a:solidFill>
              </a:rPr>
              <a:t>3,23</a:t>
            </a:r>
            <a:endParaRPr lang="en-US" sz="1100"/>
          </a:p>
        </p:txBody>
      </p:sp>
      <p:sp>
        <p:nvSpPr>
          <p:cNvPr id="11" name="Shape 42">
            <a:extLst>
              <a:ext uri="{FF2B5EF4-FFF2-40B4-BE49-F238E27FC236}">
                <a16:creationId xmlns:a16="http://schemas.microsoft.com/office/drawing/2014/main" id="{D8D344FA-FD39-D2F8-0884-775C7FF54F8D}"/>
              </a:ext>
            </a:extLst>
          </p:cNvPr>
          <p:cNvSpPr/>
          <p:nvPr/>
        </p:nvSpPr>
        <p:spPr>
          <a:xfrm>
            <a:off x="7050024" y="3868625"/>
            <a:ext cx="3337560" cy="274320"/>
          </a:xfrm>
          <a:prstGeom prst="roundRect">
            <a:avLst>
              <a:gd name="adj" fmla="val 13333"/>
            </a:avLst>
          </a:prstGeom>
          <a:solidFill>
            <a:srgbClr val="ECFDF3"/>
          </a:solidFill>
          <a:ln w="12700">
            <a:solidFill>
              <a:srgbClr val="ECFDF3">
                <a:alpha val="0"/>
              </a:srgbClr>
            </a:solidFill>
            <a:prstDash val="solid"/>
          </a:ln>
        </p:spPr>
        <p:txBody>
          <a:bodyPr/>
          <a:lstStyle/>
          <a:p>
            <a:endParaRPr lang="en-GB" sz="3600"/>
          </a:p>
        </p:txBody>
      </p:sp>
      <p:sp>
        <p:nvSpPr>
          <p:cNvPr id="12" name="Text 43">
            <a:extLst>
              <a:ext uri="{FF2B5EF4-FFF2-40B4-BE49-F238E27FC236}">
                <a16:creationId xmlns:a16="http://schemas.microsoft.com/office/drawing/2014/main" id="{BBD02805-C614-58FE-59C1-9F2EE835454C}"/>
              </a:ext>
            </a:extLst>
          </p:cNvPr>
          <p:cNvSpPr/>
          <p:nvPr/>
        </p:nvSpPr>
        <p:spPr>
          <a:xfrm>
            <a:off x="7168896" y="3914345"/>
            <a:ext cx="2514600" cy="164592"/>
          </a:xfrm>
          <a:prstGeom prst="rect">
            <a:avLst/>
          </a:prstGeom>
          <a:noFill/>
          <a:ln/>
        </p:spPr>
        <p:txBody>
          <a:bodyPr wrap="square" lIns="0" tIns="0" rIns="0" bIns="0" rtlCol="0" anchor="ctr">
            <a:noAutofit/>
          </a:bodyPr>
          <a:lstStyle/>
          <a:p>
            <a:pPr marL="0" indent="0">
              <a:buNone/>
            </a:pPr>
            <a:r>
              <a:rPr lang="en-US" sz="1100">
                <a:solidFill>
                  <a:srgbClr val="1D2939"/>
                </a:solidFill>
              </a:rPr>
              <a:t>GOVERNANCE E LEADERSHIP</a:t>
            </a:r>
            <a:endParaRPr lang="en-US" sz="1100"/>
          </a:p>
        </p:txBody>
      </p:sp>
      <p:sp>
        <p:nvSpPr>
          <p:cNvPr id="13" name="Text 44">
            <a:extLst>
              <a:ext uri="{FF2B5EF4-FFF2-40B4-BE49-F238E27FC236}">
                <a16:creationId xmlns:a16="http://schemas.microsoft.com/office/drawing/2014/main" id="{812012DB-03E0-A7B9-ADE3-46EDCF19EE4C}"/>
              </a:ext>
            </a:extLst>
          </p:cNvPr>
          <p:cNvSpPr/>
          <p:nvPr/>
        </p:nvSpPr>
        <p:spPr>
          <a:xfrm>
            <a:off x="9701784" y="3905201"/>
            <a:ext cx="502920" cy="164592"/>
          </a:xfrm>
          <a:prstGeom prst="rect">
            <a:avLst/>
          </a:prstGeom>
          <a:noFill/>
          <a:ln/>
        </p:spPr>
        <p:txBody>
          <a:bodyPr wrap="square" lIns="0" tIns="0" rIns="0" bIns="0" rtlCol="0" anchor="ctr"/>
          <a:lstStyle/>
          <a:p>
            <a:pPr marL="0" indent="0" algn="r">
              <a:buNone/>
            </a:pPr>
            <a:r>
              <a:rPr lang="en-US" sz="1100" b="1">
                <a:solidFill>
                  <a:srgbClr val="12B76A"/>
                </a:solidFill>
              </a:rPr>
              <a:t>3,03</a:t>
            </a:r>
            <a:endParaRPr lang="en-US" sz="1100"/>
          </a:p>
        </p:txBody>
      </p:sp>
      <p:sp>
        <p:nvSpPr>
          <p:cNvPr id="14" name="Shape 45">
            <a:extLst>
              <a:ext uri="{FF2B5EF4-FFF2-40B4-BE49-F238E27FC236}">
                <a16:creationId xmlns:a16="http://schemas.microsoft.com/office/drawing/2014/main" id="{B2BB0ECC-CD21-FCD9-5D4E-863E225FCFB4}"/>
              </a:ext>
            </a:extLst>
          </p:cNvPr>
          <p:cNvSpPr/>
          <p:nvPr/>
        </p:nvSpPr>
        <p:spPr>
          <a:xfrm>
            <a:off x="7050024" y="4270961"/>
            <a:ext cx="3337560" cy="274320"/>
          </a:xfrm>
          <a:prstGeom prst="roundRect">
            <a:avLst>
              <a:gd name="adj" fmla="val 13333"/>
            </a:avLst>
          </a:prstGeom>
          <a:solidFill>
            <a:srgbClr val="ECFDF3"/>
          </a:solidFill>
          <a:ln w="12700">
            <a:solidFill>
              <a:srgbClr val="ECFDF3">
                <a:alpha val="0"/>
              </a:srgbClr>
            </a:solidFill>
            <a:prstDash val="solid"/>
          </a:ln>
        </p:spPr>
        <p:txBody>
          <a:bodyPr/>
          <a:lstStyle/>
          <a:p>
            <a:endParaRPr lang="en-GB" sz="3600"/>
          </a:p>
        </p:txBody>
      </p:sp>
      <p:sp>
        <p:nvSpPr>
          <p:cNvPr id="15" name="Text 46">
            <a:extLst>
              <a:ext uri="{FF2B5EF4-FFF2-40B4-BE49-F238E27FC236}">
                <a16:creationId xmlns:a16="http://schemas.microsoft.com/office/drawing/2014/main" id="{3640EE73-7930-72CB-A541-1DA0B5F2B451}"/>
              </a:ext>
            </a:extLst>
          </p:cNvPr>
          <p:cNvSpPr/>
          <p:nvPr/>
        </p:nvSpPr>
        <p:spPr>
          <a:xfrm>
            <a:off x="7168896" y="4316681"/>
            <a:ext cx="2514600" cy="164592"/>
          </a:xfrm>
          <a:prstGeom prst="rect">
            <a:avLst/>
          </a:prstGeom>
          <a:noFill/>
          <a:ln/>
        </p:spPr>
        <p:txBody>
          <a:bodyPr wrap="square" lIns="0" tIns="0" rIns="0" bIns="0" rtlCol="0" anchor="ctr">
            <a:noAutofit/>
          </a:bodyPr>
          <a:lstStyle/>
          <a:p>
            <a:pPr marL="0" indent="0">
              <a:buNone/>
            </a:pPr>
            <a:r>
              <a:rPr lang="en-US" sz="1100">
                <a:solidFill>
                  <a:srgbClr val="1D2939"/>
                </a:solidFill>
              </a:rPr>
              <a:t>CULTURA E COMPORTAMENTI</a:t>
            </a:r>
            <a:endParaRPr lang="en-US" sz="1100"/>
          </a:p>
        </p:txBody>
      </p:sp>
      <p:sp>
        <p:nvSpPr>
          <p:cNvPr id="17" name="Text 47">
            <a:extLst>
              <a:ext uri="{FF2B5EF4-FFF2-40B4-BE49-F238E27FC236}">
                <a16:creationId xmlns:a16="http://schemas.microsoft.com/office/drawing/2014/main" id="{AB0C5646-8294-ED87-F097-264411DDB221}"/>
              </a:ext>
            </a:extLst>
          </p:cNvPr>
          <p:cNvSpPr/>
          <p:nvPr/>
        </p:nvSpPr>
        <p:spPr>
          <a:xfrm>
            <a:off x="9701784" y="4307537"/>
            <a:ext cx="502920" cy="164592"/>
          </a:xfrm>
          <a:prstGeom prst="rect">
            <a:avLst/>
          </a:prstGeom>
          <a:noFill/>
          <a:ln/>
        </p:spPr>
        <p:txBody>
          <a:bodyPr wrap="square" lIns="0" tIns="0" rIns="0" bIns="0" rtlCol="0" anchor="ctr"/>
          <a:lstStyle/>
          <a:p>
            <a:pPr marL="0" indent="0" algn="r">
              <a:buNone/>
            </a:pPr>
            <a:r>
              <a:rPr lang="en-US" sz="1100" b="1">
                <a:solidFill>
                  <a:srgbClr val="12B76A"/>
                </a:solidFill>
              </a:rPr>
              <a:t>2,96</a:t>
            </a:r>
            <a:endParaRPr lang="en-US" sz="1100"/>
          </a:p>
        </p:txBody>
      </p:sp>
      <p:sp>
        <p:nvSpPr>
          <p:cNvPr id="19" name="Text 48">
            <a:extLst>
              <a:ext uri="{FF2B5EF4-FFF2-40B4-BE49-F238E27FC236}">
                <a16:creationId xmlns:a16="http://schemas.microsoft.com/office/drawing/2014/main" id="{7B46F3FC-F960-024C-16F9-8854E39DC028}"/>
              </a:ext>
            </a:extLst>
          </p:cNvPr>
          <p:cNvSpPr/>
          <p:nvPr/>
        </p:nvSpPr>
        <p:spPr>
          <a:xfrm>
            <a:off x="7050024" y="4609289"/>
            <a:ext cx="1737360" cy="182880"/>
          </a:xfrm>
          <a:prstGeom prst="rect">
            <a:avLst/>
          </a:prstGeom>
          <a:noFill/>
          <a:ln/>
        </p:spPr>
        <p:txBody>
          <a:bodyPr wrap="square" lIns="0" tIns="0" rIns="0" bIns="0" rtlCol="0" anchor="ctr"/>
          <a:lstStyle/>
          <a:p>
            <a:pPr marL="0" indent="0">
              <a:buNone/>
            </a:pPr>
            <a:r>
              <a:rPr lang="en-US" sz="1200" b="1">
                <a:solidFill>
                  <a:srgbClr val="F79009"/>
                </a:solidFill>
              </a:rPr>
              <a:t>Aree da rafforzare</a:t>
            </a:r>
            <a:endParaRPr lang="en-US" sz="1200"/>
          </a:p>
        </p:txBody>
      </p:sp>
      <p:sp>
        <p:nvSpPr>
          <p:cNvPr id="20" name="Shape 49">
            <a:extLst>
              <a:ext uri="{FF2B5EF4-FFF2-40B4-BE49-F238E27FC236}">
                <a16:creationId xmlns:a16="http://schemas.microsoft.com/office/drawing/2014/main" id="{3B7BA14B-672D-312E-CAF5-63F92A80DB60}"/>
              </a:ext>
            </a:extLst>
          </p:cNvPr>
          <p:cNvSpPr/>
          <p:nvPr/>
        </p:nvSpPr>
        <p:spPr>
          <a:xfrm>
            <a:off x="7050024" y="4883609"/>
            <a:ext cx="3337560" cy="201168"/>
          </a:xfrm>
          <a:prstGeom prst="roundRect">
            <a:avLst>
              <a:gd name="adj" fmla="val 18182"/>
            </a:avLst>
          </a:prstGeom>
          <a:solidFill>
            <a:srgbClr val="FFFAEB"/>
          </a:solidFill>
          <a:ln w="12700">
            <a:solidFill>
              <a:srgbClr val="FFFAEB">
                <a:alpha val="0"/>
              </a:srgbClr>
            </a:solidFill>
            <a:prstDash val="solid"/>
          </a:ln>
        </p:spPr>
        <p:txBody>
          <a:bodyPr/>
          <a:lstStyle/>
          <a:p>
            <a:endParaRPr lang="en-GB" sz="3600"/>
          </a:p>
        </p:txBody>
      </p:sp>
      <p:sp>
        <p:nvSpPr>
          <p:cNvPr id="22" name="Text 50">
            <a:extLst>
              <a:ext uri="{FF2B5EF4-FFF2-40B4-BE49-F238E27FC236}">
                <a16:creationId xmlns:a16="http://schemas.microsoft.com/office/drawing/2014/main" id="{E395A3FF-2412-6669-BD89-D238262BAEA1}"/>
              </a:ext>
            </a:extLst>
          </p:cNvPr>
          <p:cNvSpPr/>
          <p:nvPr/>
        </p:nvSpPr>
        <p:spPr>
          <a:xfrm>
            <a:off x="7168896" y="4911041"/>
            <a:ext cx="2514600" cy="128016"/>
          </a:xfrm>
          <a:prstGeom prst="rect">
            <a:avLst/>
          </a:prstGeom>
          <a:noFill/>
          <a:ln/>
        </p:spPr>
        <p:txBody>
          <a:bodyPr wrap="square" lIns="0" tIns="0" rIns="0" bIns="0" rtlCol="0" anchor="ctr">
            <a:noAutofit/>
          </a:bodyPr>
          <a:lstStyle/>
          <a:p>
            <a:pPr marL="0" indent="0">
              <a:buNone/>
            </a:pPr>
            <a:r>
              <a:rPr lang="en-US" sz="1050">
                <a:solidFill>
                  <a:srgbClr val="1D2939"/>
                </a:solidFill>
              </a:rPr>
              <a:t>INNOVAZIONE, RICERCA E SVILUPPO</a:t>
            </a:r>
            <a:endParaRPr lang="en-US" sz="1050"/>
          </a:p>
        </p:txBody>
      </p:sp>
      <p:sp>
        <p:nvSpPr>
          <p:cNvPr id="24" name="Text 51">
            <a:extLst>
              <a:ext uri="{FF2B5EF4-FFF2-40B4-BE49-F238E27FC236}">
                <a16:creationId xmlns:a16="http://schemas.microsoft.com/office/drawing/2014/main" id="{24B6DD74-838F-EA9D-23ED-CA726EB07A06}"/>
              </a:ext>
            </a:extLst>
          </p:cNvPr>
          <p:cNvSpPr/>
          <p:nvPr/>
        </p:nvSpPr>
        <p:spPr>
          <a:xfrm>
            <a:off x="9701784" y="4911041"/>
            <a:ext cx="502920" cy="128016"/>
          </a:xfrm>
          <a:prstGeom prst="rect">
            <a:avLst/>
          </a:prstGeom>
          <a:noFill/>
          <a:ln/>
        </p:spPr>
        <p:txBody>
          <a:bodyPr wrap="square" lIns="0" tIns="0" rIns="0" bIns="0" rtlCol="0" anchor="ctr"/>
          <a:lstStyle/>
          <a:p>
            <a:pPr marL="0" indent="0" algn="r">
              <a:buNone/>
            </a:pPr>
            <a:r>
              <a:rPr lang="en-US" sz="1050" b="1">
                <a:solidFill>
                  <a:srgbClr val="F79009"/>
                </a:solidFill>
              </a:rPr>
              <a:t>1,99</a:t>
            </a:r>
            <a:endParaRPr lang="en-US" sz="1050"/>
          </a:p>
        </p:txBody>
      </p:sp>
      <p:sp>
        <p:nvSpPr>
          <p:cNvPr id="25" name="Shape 52">
            <a:extLst>
              <a:ext uri="{FF2B5EF4-FFF2-40B4-BE49-F238E27FC236}">
                <a16:creationId xmlns:a16="http://schemas.microsoft.com/office/drawing/2014/main" id="{73A357CA-62AD-98A2-6CD1-F386B6076772}"/>
              </a:ext>
            </a:extLst>
          </p:cNvPr>
          <p:cNvSpPr/>
          <p:nvPr/>
        </p:nvSpPr>
        <p:spPr>
          <a:xfrm>
            <a:off x="7050024" y="5157929"/>
            <a:ext cx="3337560" cy="201168"/>
          </a:xfrm>
          <a:prstGeom prst="roundRect">
            <a:avLst>
              <a:gd name="adj" fmla="val 18182"/>
            </a:avLst>
          </a:prstGeom>
          <a:solidFill>
            <a:srgbClr val="FFFAEB"/>
          </a:solidFill>
          <a:ln w="12700">
            <a:solidFill>
              <a:srgbClr val="FFFAEB">
                <a:alpha val="0"/>
              </a:srgbClr>
            </a:solidFill>
            <a:prstDash val="solid"/>
          </a:ln>
        </p:spPr>
        <p:txBody>
          <a:bodyPr/>
          <a:lstStyle/>
          <a:p>
            <a:endParaRPr lang="en-GB" sz="3600"/>
          </a:p>
        </p:txBody>
      </p:sp>
      <p:sp>
        <p:nvSpPr>
          <p:cNvPr id="26" name="Text 53">
            <a:extLst>
              <a:ext uri="{FF2B5EF4-FFF2-40B4-BE49-F238E27FC236}">
                <a16:creationId xmlns:a16="http://schemas.microsoft.com/office/drawing/2014/main" id="{C040F0DF-0739-D09C-D0D6-DF6D34CD4079}"/>
              </a:ext>
            </a:extLst>
          </p:cNvPr>
          <p:cNvSpPr/>
          <p:nvPr/>
        </p:nvSpPr>
        <p:spPr>
          <a:xfrm>
            <a:off x="7168896" y="5185361"/>
            <a:ext cx="2514600" cy="128016"/>
          </a:xfrm>
          <a:prstGeom prst="rect">
            <a:avLst/>
          </a:prstGeom>
          <a:noFill/>
          <a:ln/>
        </p:spPr>
        <p:txBody>
          <a:bodyPr wrap="square" lIns="0" tIns="0" rIns="0" bIns="0" rtlCol="0" anchor="ctr">
            <a:noAutofit/>
          </a:bodyPr>
          <a:lstStyle/>
          <a:p>
            <a:pPr marL="0" indent="0">
              <a:buNone/>
            </a:pPr>
            <a:r>
              <a:rPr lang="en-US" sz="1050">
                <a:solidFill>
                  <a:srgbClr val="1D2939"/>
                </a:solidFill>
              </a:rPr>
              <a:t>IMPATTO SOCIALE E POSIZIONAMENTO</a:t>
            </a:r>
            <a:endParaRPr lang="en-US" sz="1050"/>
          </a:p>
        </p:txBody>
      </p:sp>
      <p:sp>
        <p:nvSpPr>
          <p:cNvPr id="30" name="Text 54">
            <a:extLst>
              <a:ext uri="{FF2B5EF4-FFF2-40B4-BE49-F238E27FC236}">
                <a16:creationId xmlns:a16="http://schemas.microsoft.com/office/drawing/2014/main" id="{0DA1F9AF-65DA-4964-647D-7DE671434BD4}"/>
              </a:ext>
            </a:extLst>
          </p:cNvPr>
          <p:cNvSpPr/>
          <p:nvPr/>
        </p:nvSpPr>
        <p:spPr>
          <a:xfrm>
            <a:off x="9701784" y="5185361"/>
            <a:ext cx="502920" cy="128016"/>
          </a:xfrm>
          <a:prstGeom prst="rect">
            <a:avLst/>
          </a:prstGeom>
          <a:noFill/>
          <a:ln/>
        </p:spPr>
        <p:txBody>
          <a:bodyPr wrap="square" lIns="0" tIns="0" rIns="0" bIns="0" rtlCol="0" anchor="ctr"/>
          <a:lstStyle/>
          <a:p>
            <a:pPr marL="0" indent="0" algn="r">
              <a:buNone/>
            </a:pPr>
            <a:r>
              <a:rPr lang="en-US" sz="1050" b="1">
                <a:solidFill>
                  <a:srgbClr val="F79009"/>
                </a:solidFill>
              </a:rPr>
              <a:t>2,11</a:t>
            </a:r>
            <a:endParaRPr lang="en-US" sz="1050"/>
          </a:p>
        </p:txBody>
      </p:sp>
      <p:sp>
        <p:nvSpPr>
          <p:cNvPr id="32" name="Shape 55">
            <a:extLst>
              <a:ext uri="{FF2B5EF4-FFF2-40B4-BE49-F238E27FC236}">
                <a16:creationId xmlns:a16="http://schemas.microsoft.com/office/drawing/2014/main" id="{B2DC30B8-72A7-72AA-58F0-9029623B4186}"/>
              </a:ext>
            </a:extLst>
          </p:cNvPr>
          <p:cNvSpPr/>
          <p:nvPr/>
        </p:nvSpPr>
        <p:spPr>
          <a:xfrm>
            <a:off x="7050024" y="5432249"/>
            <a:ext cx="3337560" cy="201168"/>
          </a:xfrm>
          <a:prstGeom prst="roundRect">
            <a:avLst>
              <a:gd name="adj" fmla="val 18182"/>
            </a:avLst>
          </a:prstGeom>
          <a:solidFill>
            <a:srgbClr val="FFFAEB"/>
          </a:solidFill>
          <a:ln w="12700">
            <a:solidFill>
              <a:srgbClr val="FFFAEB">
                <a:alpha val="0"/>
              </a:srgbClr>
            </a:solidFill>
            <a:prstDash val="solid"/>
          </a:ln>
        </p:spPr>
        <p:txBody>
          <a:bodyPr/>
          <a:lstStyle/>
          <a:p>
            <a:endParaRPr lang="en-GB" sz="3600"/>
          </a:p>
        </p:txBody>
      </p:sp>
      <p:sp>
        <p:nvSpPr>
          <p:cNvPr id="33" name="Text 56">
            <a:extLst>
              <a:ext uri="{FF2B5EF4-FFF2-40B4-BE49-F238E27FC236}">
                <a16:creationId xmlns:a16="http://schemas.microsoft.com/office/drawing/2014/main" id="{FC3EFBEB-1EC9-0ED2-9F3C-39F356F0F0BA}"/>
              </a:ext>
            </a:extLst>
          </p:cNvPr>
          <p:cNvSpPr/>
          <p:nvPr/>
        </p:nvSpPr>
        <p:spPr>
          <a:xfrm>
            <a:off x="7168896" y="5459681"/>
            <a:ext cx="2514600" cy="128016"/>
          </a:xfrm>
          <a:prstGeom prst="rect">
            <a:avLst/>
          </a:prstGeom>
          <a:noFill/>
          <a:ln/>
        </p:spPr>
        <p:txBody>
          <a:bodyPr wrap="square" lIns="0" tIns="0" rIns="0" bIns="0" rtlCol="0" anchor="ctr">
            <a:noAutofit/>
          </a:bodyPr>
          <a:lstStyle/>
          <a:p>
            <a:pPr marL="0" indent="0">
              <a:buNone/>
            </a:pPr>
            <a:r>
              <a:rPr lang="en-US" sz="1050">
                <a:solidFill>
                  <a:srgbClr val="1D2939"/>
                </a:solidFill>
              </a:rPr>
              <a:t>MISURAZIONE E IMPATTO</a:t>
            </a:r>
            <a:endParaRPr lang="en-US" sz="1050"/>
          </a:p>
        </p:txBody>
      </p:sp>
      <p:sp>
        <p:nvSpPr>
          <p:cNvPr id="34" name="Text 57">
            <a:extLst>
              <a:ext uri="{FF2B5EF4-FFF2-40B4-BE49-F238E27FC236}">
                <a16:creationId xmlns:a16="http://schemas.microsoft.com/office/drawing/2014/main" id="{A5111749-C331-5ECF-F586-7565DF01F34E}"/>
              </a:ext>
            </a:extLst>
          </p:cNvPr>
          <p:cNvSpPr/>
          <p:nvPr/>
        </p:nvSpPr>
        <p:spPr>
          <a:xfrm>
            <a:off x="9701784" y="5459681"/>
            <a:ext cx="502920" cy="128016"/>
          </a:xfrm>
          <a:prstGeom prst="rect">
            <a:avLst/>
          </a:prstGeom>
          <a:noFill/>
          <a:ln/>
        </p:spPr>
        <p:txBody>
          <a:bodyPr wrap="square" lIns="0" tIns="0" rIns="0" bIns="0" rtlCol="0" anchor="ctr"/>
          <a:lstStyle/>
          <a:p>
            <a:pPr marL="0" indent="0" algn="r">
              <a:buNone/>
            </a:pPr>
            <a:r>
              <a:rPr lang="en-US" sz="1050" b="1">
                <a:solidFill>
                  <a:srgbClr val="F79009"/>
                </a:solidFill>
              </a:rPr>
              <a:t>2,25</a:t>
            </a:r>
            <a:endParaRPr lang="en-US" sz="1050"/>
          </a:p>
        </p:txBody>
      </p:sp>
      <p:sp>
        <p:nvSpPr>
          <p:cNvPr id="16" name="TextBox 15">
            <a:extLst>
              <a:ext uri="{FF2B5EF4-FFF2-40B4-BE49-F238E27FC236}">
                <a16:creationId xmlns:a16="http://schemas.microsoft.com/office/drawing/2014/main" id="{F5536B7D-8EF7-EC8C-74D8-5262FA1F9D11}"/>
              </a:ext>
            </a:extLst>
          </p:cNvPr>
          <p:cNvSpPr txBox="1"/>
          <p:nvPr/>
        </p:nvSpPr>
        <p:spPr>
          <a:xfrm>
            <a:off x="970546" y="977089"/>
            <a:ext cx="5991727" cy="523220"/>
          </a:xfrm>
          <a:prstGeom prst="rect">
            <a:avLst/>
          </a:prstGeom>
          <a:noFill/>
        </p:spPr>
        <p:txBody>
          <a:bodyPr wrap="square" rtlCol="0">
            <a:spAutoFit/>
          </a:bodyPr>
          <a:lstStyle/>
          <a:p>
            <a:r>
              <a:rPr lang="en-IT" sz="2800" b="1" dirty="0">
                <a:latin typeface="Raleway" pitchFamily="2" charset="77"/>
              </a:rPr>
              <a:t>SINTESI </a:t>
            </a:r>
          </a:p>
        </p:txBody>
      </p:sp>
      <p:sp>
        <p:nvSpPr>
          <p:cNvPr id="18" name="TextBox 17">
            <a:extLst>
              <a:ext uri="{FF2B5EF4-FFF2-40B4-BE49-F238E27FC236}">
                <a16:creationId xmlns:a16="http://schemas.microsoft.com/office/drawing/2014/main" id="{F4B7E52A-3ABA-181C-FC09-6035C8261C56}"/>
              </a:ext>
            </a:extLst>
          </p:cNvPr>
          <p:cNvSpPr txBox="1"/>
          <p:nvPr/>
        </p:nvSpPr>
        <p:spPr>
          <a:xfrm>
            <a:off x="5663822" y="217714"/>
            <a:ext cx="6092750" cy="646331"/>
          </a:xfrm>
          <a:prstGeom prst="rect">
            <a:avLst/>
          </a:prstGeom>
          <a:noFill/>
        </p:spPr>
        <p:txBody>
          <a:bodyPr wrap="square" rtlCol="0">
            <a:spAutoFit/>
          </a:bodyPr>
          <a:lstStyle/>
          <a:p>
            <a:r>
              <a:rPr lang="en-IT" dirty="0">
                <a:highlight>
                  <a:srgbClr val="FFFF00"/>
                </a:highlight>
              </a:rPr>
              <a:t>TROVARE COME EVIDENZIARE NEL RADAR QUALI SONO I SOTTOGRUPPI DI STRATEGIA, CULTURA, ECC</a:t>
            </a:r>
          </a:p>
        </p:txBody>
      </p:sp>
      <p:sp>
        <p:nvSpPr>
          <p:cNvPr id="3" name="Rettangolo 2">
            <a:extLst>
              <a:ext uri="{FF2B5EF4-FFF2-40B4-BE49-F238E27FC236}">
                <a16:creationId xmlns:a16="http://schemas.microsoft.com/office/drawing/2014/main" id="{C22E4449-32EF-4B97-9DCA-BDA2CF01A6B6}"/>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p>
        </p:txBody>
      </p:sp>
      <p:sp>
        <p:nvSpPr>
          <p:cNvPr id="2" name="Rettangolo 1">
            <a:extLst>
              <a:ext uri="{FF2B5EF4-FFF2-40B4-BE49-F238E27FC236}">
                <a16:creationId xmlns:a16="http://schemas.microsoft.com/office/drawing/2014/main" id="{F7BDFE16-8108-5D3A-9E94-9E7286FC60DB}"/>
              </a:ext>
            </a:extLst>
          </p:cNvPr>
          <p:cNvSpPr/>
          <p:nvPr/>
        </p:nvSpPr>
        <p:spPr>
          <a:xfrm>
            <a:off x="6430576" y="1496722"/>
            <a:ext cx="4717394" cy="1439041"/>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Testo statico</a:t>
            </a:r>
            <a:r>
              <a:rPr lang="it-IT">
                <a:solidFill>
                  <a:srgbClr val="FFFFFF"/>
                </a:solidFill>
              </a:rPr>
              <a:t> (da rivedere):</a:t>
            </a:r>
            <a:r>
              <a:rPr lang="it-IT">
                <a:solidFill>
                  <a:schemeClr val="bg1"/>
                </a:solidFill>
              </a:rPr>
              <a:t> </a:t>
            </a:r>
            <a:r>
              <a:rPr lang="en-US" sz="1500" err="1">
                <a:solidFill>
                  <a:schemeClr val="bg1"/>
                </a:solidFill>
              </a:rPr>
              <a:t>Lettura</a:t>
            </a:r>
            <a:r>
              <a:rPr lang="en-US" sz="1500">
                <a:solidFill>
                  <a:schemeClr val="bg1"/>
                </a:solidFill>
              </a:rPr>
              <a:t> del </a:t>
            </a:r>
            <a:r>
              <a:rPr lang="en-US" sz="1500" err="1">
                <a:solidFill>
                  <a:schemeClr val="bg1"/>
                </a:solidFill>
              </a:rPr>
              <a:t>grafico</a:t>
            </a:r>
            <a:r>
              <a:rPr lang="en-US" sz="1500">
                <a:solidFill>
                  <a:schemeClr val="bg1"/>
                </a:solidFill>
              </a:rPr>
              <a:t>: </a:t>
            </a:r>
            <a:r>
              <a:rPr lang="en-US" sz="1500" err="1">
                <a:solidFill>
                  <a:schemeClr val="bg1"/>
                </a:solidFill>
              </a:rPr>
              <a:t>valori</a:t>
            </a:r>
            <a:r>
              <a:rPr lang="en-US" sz="1500">
                <a:solidFill>
                  <a:schemeClr val="bg1"/>
                </a:solidFill>
              </a:rPr>
              <a:t> </a:t>
            </a:r>
            <a:r>
              <a:rPr lang="en-US" sz="1500" err="1">
                <a:solidFill>
                  <a:schemeClr val="bg1"/>
                </a:solidFill>
              </a:rPr>
              <a:t>più</a:t>
            </a:r>
            <a:r>
              <a:rPr lang="en-US" sz="1500">
                <a:solidFill>
                  <a:schemeClr val="bg1"/>
                </a:solidFill>
              </a:rPr>
              <a:t> </a:t>
            </a:r>
            <a:r>
              <a:rPr lang="en-US" sz="1500" err="1">
                <a:solidFill>
                  <a:schemeClr val="bg1"/>
                </a:solidFill>
              </a:rPr>
              <a:t>vicini</a:t>
            </a:r>
            <a:r>
              <a:rPr lang="en-US" sz="1500">
                <a:solidFill>
                  <a:schemeClr val="bg1"/>
                </a:solidFill>
              </a:rPr>
              <a:t> al </a:t>
            </a:r>
            <a:r>
              <a:rPr lang="en-US" sz="1500" err="1">
                <a:solidFill>
                  <a:schemeClr val="bg1"/>
                </a:solidFill>
              </a:rPr>
              <a:t>bordo</a:t>
            </a:r>
            <a:r>
              <a:rPr lang="en-US" sz="1500">
                <a:solidFill>
                  <a:schemeClr val="bg1"/>
                </a:solidFill>
              </a:rPr>
              <a:t> </a:t>
            </a:r>
            <a:r>
              <a:rPr lang="en-US" sz="1500" err="1">
                <a:solidFill>
                  <a:schemeClr val="bg1"/>
                </a:solidFill>
              </a:rPr>
              <a:t>esterno</a:t>
            </a:r>
            <a:r>
              <a:rPr lang="en-US" sz="1500">
                <a:solidFill>
                  <a:schemeClr val="bg1"/>
                </a:solidFill>
              </a:rPr>
              <a:t> </a:t>
            </a:r>
            <a:r>
              <a:rPr lang="en-US" sz="1500" err="1">
                <a:solidFill>
                  <a:schemeClr val="bg1"/>
                </a:solidFill>
              </a:rPr>
              <a:t>indicano</a:t>
            </a:r>
            <a:r>
              <a:rPr lang="en-US" sz="1500">
                <a:solidFill>
                  <a:schemeClr val="bg1"/>
                </a:solidFill>
              </a:rPr>
              <a:t> </a:t>
            </a:r>
            <a:r>
              <a:rPr lang="en-US" sz="1500" err="1">
                <a:solidFill>
                  <a:schemeClr val="bg1"/>
                </a:solidFill>
              </a:rPr>
              <a:t>maggiore</a:t>
            </a:r>
            <a:r>
              <a:rPr lang="en-US" sz="1500">
                <a:solidFill>
                  <a:schemeClr val="bg1"/>
                </a:solidFill>
              </a:rPr>
              <a:t> </a:t>
            </a:r>
            <a:r>
              <a:rPr lang="en-US" sz="1500" err="1">
                <a:solidFill>
                  <a:schemeClr val="bg1"/>
                </a:solidFill>
              </a:rPr>
              <a:t>maturità</a:t>
            </a:r>
            <a:r>
              <a:rPr lang="en-US" sz="1500">
                <a:solidFill>
                  <a:schemeClr val="bg1"/>
                </a:solidFill>
              </a:rPr>
              <a:t> interna. Il radar </a:t>
            </a:r>
            <a:r>
              <a:rPr lang="en-US" sz="1500" err="1">
                <a:solidFill>
                  <a:schemeClr val="bg1"/>
                </a:solidFill>
              </a:rPr>
              <a:t>permette</a:t>
            </a:r>
            <a:r>
              <a:rPr lang="en-US" sz="1500">
                <a:solidFill>
                  <a:schemeClr val="bg1"/>
                </a:solidFill>
              </a:rPr>
              <a:t> di </a:t>
            </a:r>
            <a:r>
              <a:rPr lang="en-US" sz="1500" err="1">
                <a:solidFill>
                  <a:schemeClr val="bg1"/>
                </a:solidFill>
              </a:rPr>
              <a:t>individuare</a:t>
            </a:r>
            <a:r>
              <a:rPr lang="en-US" sz="1500">
                <a:solidFill>
                  <a:schemeClr val="bg1"/>
                </a:solidFill>
              </a:rPr>
              <a:t> </a:t>
            </a:r>
            <a:r>
              <a:rPr lang="en-US" sz="1500" err="1">
                <a:solidFill>
                  <a:schemeClr val="bg1"/>
                </a:solidFill>
              </a:rPr>
              <a:t>immediatamente</a:t>
            </a:r>
            <a:r>
              <a:rPr lang="en-US" sz="1500">
                <a:solidFill>
                  <a:schemeClr val="bg1"/>
                </a:solidFill>
              </a:rPr>
              <a:t> </a:t>
            </a:r>
            <a:r>
              <a:rPr lang="en-US" sz="1500" err="1">
                <a:solidFill>
                  <a:schemeClr val="bg1"/>
                </a:solidFill>
              </a:rPr>
              <a:t>aree</a:t>
            </a:r>
            <a:r>
              <a:rPr lang="en-US" sz="1500">
                <a:solidFill>
                  <a:schemeClr val="bg1"/>
                </a:solidFill>
              </a:rPr>
              <a:t> </a:t>
            </a:r>
            <a:r>
              <a:rPr lang="en-US" sz="1500" err="1">
                <a:solidFill>
                  <a:schemeClr val="bg1"/>
                </a:solidFill>
              </a:rPr>
              <a:t>sbilanciate</a:t>
            </a:r>
            <a:r>
              <a:rPr lang="en-US" sz="1500">
                <a:solidFill>
                  <a:schemeClr val="bg1"/>
                </a:solidFill>
              </a:rPr>
              <a:t> </a:t>
            </a:r>
            <a:r>
              <a:rPr lang="en-US" sz="1500" err="1">
                <a:solidFill>
                  <a:schemeClr val="bg1"/>
                </a:solidFill>
              </a:rPr>
              <a:t>tra</a:t>
            </a:r>
            <a:r>
              <a:rPr lang="en-US" sz="1500">
                <a:solidFill>
                  <a:schemeClr val="bg1"/>
                </a:solidFill>
              </a:rPr>
              <a:t> </a:t>
            </a:r>
            <a:r>
              <a:rPr lang="en-US" sz="1500" err="1">
                <a:solidFill>
                  <a:schemeClr val="bg1"/>
                </a:solidFill>
              </a:rPr>
              <a:t>strategia</a:t>
            </a:r>
            <a:r>
              <a:rPr lang="en-US" sz="1500">
                <a:solidFill>
                  <a:schemeClr val="bg1"/>
                </a:solidFill>
              </a:rPr>
              <a:t>, </a:t>
            </a:r>
            <a:r>
              <a:rPr lang="en-US" sz="1500" err="1">
                <a:solidFill>
                  <a:schemeClr val="bg1"/>
                </a:solidFill>
              </a:rPr>
              <a:t>processi</a:t>
            </a:r>
            <a:r>
              <a:rPr lang="en-US" sz="1500">
                <a:solidFill>
                  <a:schemeClr val="bg1"/>
                </a:solidFill>
              </a:rPr>
              <a:t>, </a:t>
            </a:r>
            <a:r>
              <a:rPr lang="en-US" sz="1500" err="1">
                <a:solidFill>
                  <a:schemeClr val="bg1"/>
                </a:solidFill>
              </a:rPr>
              <a:t>cultura</a:t>
            </a:r>
            <a:r>
              <a:rPr lang="en-US" sz="1500">
                <a:solidFill>
                  <a:schemeClr val="bg1"/>
                </a:solidFill>
              </a:rPr>
              <a:t> e mercato.</a:t>
            </a:r>
            <a:endParaRPr lang="it-IT" sz="1500">
              <a:solidFill>
                <a:schemeClr val="bg1"/>
              </a:solidFill>
            </a:endParaRPr>
          </a:p>
        </p:txBody>
      </p:sp>
    </p:spTree>
    <p:extLst>
      <p:ext uri="{BB962C8B-B14F-4D97-AF65-F5344CB8AC3E}">
        <p14:creationId xmlns:p14="http://schemas.microsoft.com/office/powerpoint/2010/main" val="554072507"/>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1656D0-EF7C-FDB1-D30B-569E9525E65F}"/>
              </a:ext>
            </a:extLst>
          </p:cNvPr>
          <p:cNvSpPr txBox="1"/>
          <p:nvPr/>
        </p:nvSpPr>
        <p:spPr>
          <a:xfrm>
            <a:off x="1648326" y="1455821"/>
            <a:ext cx="8386011" cy="369332"/>
          </a:xfrm>
          <a:prstGeom prst="rect">
            <a:avLst/>
          </a:prstGeom>
          <a:noFill/>
        </p:spPr>
        <p:txBody>
          <a:bodyPr wrap="square" rtlCol="0">
            <a:spAutoFit/>
          </a:bodyPr>
          <a:lstStyle/>
          <a:p>
            <a:r>
              <a:rPr lang="en-IT"/>
              <a:t>PARTE DEEP DA ELABORARE MANUALMENTE ABBINATA A DESK ANALYSIS</a:t>
            </a:r>
          </a:p>
        </p:txBody>
      </p:sp>
      <p:sp>
        <p:nvSpPr>
          <p:cNvPr id="4" name="Rettangolo 3">
            <a:extLst>
              <a:ext uri="{FF2B5EF4-FFF2-40B4-BE49-F238E27FC236}">
                <a16:creationId xmlns:a16="http://schemas.microsoft.com/office/drawing/2014/main" id="{5BB2F795-44A7-7701-9278-EB9AE7D1CD80}"/>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327730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5B14-B489-AD94-D099-7CEE7B4DC339}"/>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F29039CB-2CF7-4C41-AD97-53BF87D2C1F1}"/>
              </a:ext>
            </a:extLst>
          </p:cNvPr>
          <p:cNvSpPr txBox="1"/>
          <p:nvPr/>
        </p:nvSpPr>
        <p:spPr>
          <a:xfrm>
            <a:off x="970546" y="977089"/>
            <a:ext cx="10278980" cy="954107"/>
          </a:xfrm>
          <a:prstGeom prst="rect">
            <a:avLst/>
          </a:prstGeom>
          <a:noFill/>
        </p:spPr>
        <p:txBody>
          <a:bodyPr wrap="square" rtlCol="0">
            <a:spAutoFit/>
          </a:bodyPr>
          <a:lstStyle/>
          <a:p>
            <a:r>
              <a:rPr lang="en-IT" sz="2800"/>
              <a:t>INDICE DI CONSISTENZA </a:t>
            </a:r>
            <a:r>
              <a:rPr lang="en-IT" sz="2800">
                <a:sym typeface="Wingdings" pitchFamily="2" charset="2"/>
              </a:rPr>
              <a:t> TBD sviluppato solo per alcune aziende e narrativamente per i</a:t>
            </a:r>
            <a:r>
              <a:rPr lang="en-GB" sz="2800">
                <a:sym typeface="Wingdings" pitchFamily="2" charset="2"/>
              </a:rPr>
              <a:t>I</a:t>
            </a:r>
            <a:r>
              <a:rPr lang="en-IT" sz="2800">
                <a:sym typeface="Wingdings" pitchFamily="2" charset="2"/>
              </a:rPr>
              <a:t> report deep</a:t>
            </a:r>
            <a:r>
              <a:rPr lang="en-IT" sz="2800"/>
              <a:t> </a:t>
            </a:r>
          </a:p>
        </p:txBody>
      </p:sp>
      <p:sp>
        <p:nvSpPr>
          <p:cNvPr id="2" name="TextBox 1">
            <a:extLst>
              <a:ext uri="{FF2B5EF4-FFF2-40B4-BE49-F238E27FC236}">
                <a16:creationId xmlns:a16="http://schemas.microsoft.com/office/drawing/2014/main" id="{105AAFE5-8889-48FB-65D4-2088DEDCA383}"/>
              </a:ext>
            </a:extLst>
          </p:cNvPr>
          <p:cNvSpPr txBox="1"/>
          <p:nvPr/>
        </p:nvSpPr>
        <p:spPr>
          <a:xfrm>
            <a:off x="1227220" y="2213811"/>
            <a:ext cx="7243011" cy="1754326"/>
          </a:xfrm>
          <a:prstGeom prst="rect">
            <a:avLst/>
          </a:prstGeom>
          <a:noFill/>
        </p:spPr>
        <p:txBody>
          <a:bodyPr wrap="square" lIns="91440" tIns="45720" rIns="91440" bIns="45720" rtlCol="0" anchor="t">
            <a:spAutoFit/>
          </a:bodyPr>
          <a:lstStyle/>
          <a:p>
            <a:r>
              <a:rPr lang="en-IT">
                <a:highlight>
                  <a:srgbClr val="FFFF00"/>
                </a:highlight>
              </a:rPr>
              <a:t>Vanno prima codificate le domande rispetto a cosa vogliamo restituire in termini di consistenza: es. </a:t>
            </a:r>
            <a:r>
              <a:rPr lang="en-IT" err="1">
                <a:highlight>
                  <a:srgbClr val="FFFF00"/>
                </a:highlight>
              </a:rPr>
              <a:t>accessibilità</a:t>
            </a:r>
            <a:r>
              <a:rPr lang="en-IT">
                <a:highlight>
                  <a:srgbClr val="FFFF00"/>
                </a:highlight>
              </a:rPr>
              <a:t>, go to market, </a:t>
            </a:r>
            <a:r>
              <a:rPr lang="en-IT" err="1">
                <a:highlight>
                  <a:srgbClr val="FFFF00"/>
                </a:highlight>
              </a:rPr>
              <a:t>ecc</a:t>
            </a:r>
            <a:r>
              <a:rPr lang="en-IT">
                <a:highlight>
                  <a:srgbClr val="FFFF00"/>
                </a:highlight>
              </a:rPr>
              <a:t>. </a:t>
            </a:r>
          </a:p>
          <a:p>
            <a:endParaRPr lang="en-IT">
              <a:highlight>
                <a:srgbClr val="FFFF00"/>
              </a:highlight>
            </a:endParaRPr>
          </a:p>
          <a:p>
            <a:r>
              <a:rPr lang="en-IT">
                <a:highlight>
                  <a:srgbClr val="FFFF00"/>
                </a:highlight>
              </a:rPr>
              <a:t>Gabri:Ok quindi per arrivare al ns indice di consistenza interno/esterno, dobbiamo fare prima il lavoro di mettere in relazione le domande della survey</a:t>
            </a:r>
          </a:p>
        </p:txBody>
      </p:sp>
      <p:sp>
        <p:nvSpPr>
          <p:cNvPr id="4" name="Rettangolo 3">
            <a:extLst>
              <a:ext uri="{FF2B5EF4-FFF2-40B4-BE49-F238E27FC236}">
                <a16:creationId xmlns:a16="http://schemas.microsoft.com/office/drawing/2014/main" id="{D1975703-DF72-BF86-1805-BE91DDBE119A}"/>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84171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D3173-45C3-5C37-36FE-9F3A6883D7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CC3A37-8785-AE72-5425-E7C0C28905CB}"/>
              </a:ext>
            </a:extLst>
          </p:cNvPr>
          <p:cNvSpPr txBox="1"/>
          <p:nvPr/>
        </p:nvSpPr>
        <p:spPr>
          <a:xfrm>
            <a:off x="3100135" y="3288270"/>
            <a:ext cx="5991727" cy="523220"/>
          </a:xfrm>
          <a:prstGeom prst="rect">
            <a:avLst/>
          </a:prstGeom>
          <a:noFill/>
        </p:spPr>
        <p:txBody>
          <a:bodyPr wrap="square" rtlCol="0">
            <a:spAutoFit/>
          </a:bodyPr>
          <a:lstStyle/>
          <a:p>
            <a:r>
              <a:rPr lang="en-IT" sz="2800"/>
              <a:t>GRAFICA MODELLO GALACTICA</a:t>
            </a:r>
          </a:p>
        </p:txBody>
      </p:sp>
      <p:sp>
        <p:nvSpPr>
          <p:cNvPr id="6" name="TextBox 5">
            <a:extLst>
              <a:ext uri="{FF2B5EF4-FFF2-40B4-BE49-F238E27FC236}">
                <a16:creationId xmlns:a16="http://schemas.microsoft.com/office/drawing/2014/main" id="{5CCB1A4E-0031-94CD-2FFF-C2BC97B9DFC4}"/>
              </a:ext>
            </a:extLst>
          </p:cNvPr>
          <p:cNvSpPr txBox="1"/>
          <p:nvPr/>
        </p:nvSpPr>
        <p:spPr>
          <a:xfrm>
            <a:off x="3100135" y="994610"/>
            <a:ext cx="7860633" cy="954107"/>
          </a:xfrm>
          <a:prstGeom prst="rect">
            <a:avLst/>
          </a:prstGeom>
          <a:noFill/>
        </p:spPr>
        <p:txBody>
          <a:bodyPr wrap="square" lIns="91440" tIns="45720" rIns="91440" bIns="45720" rtlCol="0" anchor="t">
            <a:spAutoFit/>
          </a:bodyPr>
          <a:lstStyle/>
          <a:p>
            <a:r>
              <a:rPr lang="en-IT" sz="2800" dirty="0"/>
              <a:t>TITOLO DELLA SEZIONE </a:t>
            </a:r>
            <a:r>
              <a:rPr lang="en-IT" sz="2800" dirty="0">
                <a:highlight>
                  <a:srgbClr val="FFFF00"/>
                </a:highlight>
              </a:rPr>
              <a:t>(</a:t>
            </a:r>
            <a:r>
              <a:rPr lang="it" sz="2800" dirty="0">
                <a:highlight>
                  <a:srgbClr val="FFFF00"/>
                </a:highlight>
              </a:rPr>
              <a:t>Analisi della reportistica esterna</a:t>
            </a:r>
            <a:r>
              <a:rPr lang="en-IT" sz="2800" dirty="0"/>
              <a:t>)</a:t>
            </a:r>
          </a:p>
        </p:txBody>
      </p:sp>
      <p:sp>
        <p:nvSpPr>
          <p:cNvPr id="7" name="Plus 6">
            <a:extLst>
              <a:ext uri="{FF2B5EF4-FFF2-40B4-BE49-F238E27FC236}">
                <a16:creationId xmlns:a16="http://schemas.microsoft.com/office/drawing/2014/main" id="{AA239B8B-6CBA-9DE9-1CE0-ECE20D5E4650}"/>
              </a:ext>
            </a:extLst>
          </p:cNvPr>
          <p:cNvSpPr/>
          <p:nvPr/>
        </p:nvSpPr>
        <p:spPr>
          <a:xfrm>
            <a:off x="5614734" y="2006008"/>
            <a:ext cx="962527" cy="79408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4" name="Rettangolo 3">
            <a:extLst>
              <a:ext uri="{FF2B5EF4-FFF2-40B4-BE49-F238E27FC236}">
                <a16:creationId xmlns:a16="http://schemas.microsoft.com/office/drawing/2014/main" id="{E235FD68-FAC6-7494-0BF8-289B58885D33}"/>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1898054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FB44-3D37-220C-2D95-1C88B894E08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B436E00-6B94-C10F-64E0-90DA5C054B83}"/>
              </a:ext>
            </a:extLst>
          </p:cNvPr>
          <p:cNvSpPr txBox="1"/>
          <p:nvPr/>
        </p:nvSpPr>
        <p:spPr>
          <a:xfrm>
            <a:off x="970546" y="977089"/>
            <a:ext cx="8841111" cy="954107"/>
          </a:xfrm>
          <a:prstGeom prst="rect">
            <a:avLst/>
          </a:prstGeom>
          <a:noFill/>
        </p:spPr>
        <p:txBody>
          <a:bodyPr wrap="square" lIns="91440" tIns="45720" rIns="91440" bIns="45720" rtlCol="0" anchor="t">
            <a:spAutoFit/>
          </a:bodyPr>
          <a:lstStyle/>
          <a:p>
            <a:r>
              <a:rPr lang="it-IT" sz="2800" b="1" dirty="0">
                <a:latin typeface="Raleway" pitchFamily="2" charset="77"/>
              </a:rPr>
              <a:t>ANALISI DELLA REPORTISTICA ESTERNA</a:t>
            </a:r>
          </a:p>
          <a:p>
            <a:r>
              <a:rPr lang="en-IT" sz="2800" dirty="0">
                <a:latin typeface="Raleway" pitchFamily="2" charset="77"/>
              </a:rPr>
              <a:t>Obiettivi</a:t>
            </a:r>
            <a:endParaRPr lang="it-IT" sz="2800" dirty="0">
              <a:latin typeface="Raleway" pitchFamily="2" charset="77"/>
            </a:endParaRPr>
          </a:p>
        </p:txBody>
      </p:sp>
      <p:sp>
        <p:nvSpPr>
          <p:cNvPr id="2" name="TextBox 1">
            <a:extLst>
              <a:ext uri="{FF2B5EF4-FFF2-40B4-BE49-F238E27FC236}">
                <a16:creationId xmlns:a16="http://schemas.microsoft.com/office/drawing/2014/main" id="{60491C7F-8AC7-3878-C3C1-E6FDB581E24C}"/>
              </a:ext>
            </a:extLst>
          </p:cNvPr>
          <p:cNvSpPr txBox="1"/>
          <p:nvPr/>
        </p:nvSpPr>
        <p:spPr>
          <a:xfrm>
            <a:off x="970546" y="2128010"/>
            <a:ext cx="10053437" cy="2677656"/>
          </a:xfrm>
          <a:prstGeom prst="rect">
            <a:avLst/>
          </a:prstGeom>
          <a:noFill/>
        </p:spPr>
        <p:txBody>
          <a:bodyPr wrap="square" lIns="91440" tIns="45720" rIns="91440" bIns="45720" rtlCol="0" anchor="t">
            <a:spAutoFit/>
          </a:bodyPr>
          <a:lstStyle/>
          <a:p>
            <a:pPr algn="just"/>
            <a:r>
              <a:rPr lang="it-IT" sz="1400" dirty="0">
                <a:latin typeface="Raleway" pitchFamily="2" charset="77"/>
                <a:ea typeface="+mn-lt"/>
                <a:cs typeface="+mn-lt"/>
              </a:rPr>
              <a:t>La sezione analizza la </a:t>
            </a:r>
            <a:r>
              <a:rPr lang="it-IT" sz="1400" b="1" dirty="0">
                <a:latin typeface="Raleway" pitchFamily="2" charset="77"/>
                <a:ea typeface="+mn-lt"/>
                <a:cs typeface="+mn-lt"/>
              </a:rPr>
              <a:t>maturità della reportistica esterna DEIA</a:t>
            </a:r>
            <a:r>
              <a:rPr lang="it-IT" sz="1400" dirty="0">
                <a:latin typeface="Raleway" pitchFamily="2" charset="77"/>
                <a:ea typeface="+mn-lt"/>
                <a:cs typeface="+mn-lt"/>
              </a:rPr>
              <a:t> come strumento di comunicazione verso gli stakeholder, utile a comprendere quanto diversità, equità, inclusione e accessibilità siano riconosciute e integrate nelle politiche aziendali.</a:t>
            </a:r>
            <a:endParaRPr lang="it-IT" sz="2000" dirty="0">
              <a:latin typeface="Raleway" pitchFamily="2" charset="77"/>
            </a:endParaRPr>
          </a:p>
          <a:p>
            <a:pPr algn="just"/>
            <a:endParaRPr lang="it-IT" sz="1400" dirty="0">
              <a:latin typeface="Raleway" pitchFamily="2" charset="77"/>
              <a:ea typeface="+mn-lt"/>
              <a:cs typeface="+mn-lt"/>
            </a:endParaRPr>
          </a:p>
          <a:p>
            <a:pPr algn="just"/>
            <a:r>
              <a:rPr lang="it-IT" sz="1400" dirty="0">
                <a:latin typeface="Raleway" pitchFamily="2" charset="77"/>
                <a:ea typeface="+mn-lt"/>
                <a:cs typeface="+mn-lt"/>
              </a:rPr>
              <a:t>Tale strumento propone un </a:t>
            </a:r>
            <a:r>
              <a:rPr lang="it-IT" sz="1400" b="1" dirty="0">
                <a:latin typeface="Raleway" pitchFamily="2" charset="77"/>
                <a:ea typeface="+mn-lt"/>
                <a:cs typeface="+mn-lt"/>
              </a:rPr>
              <a:t>framework di valutazione</a:t>
            </a:r>
            <a:r>
              <a:rPr lang="it-IT" sz="1400" dirty="0">
                <a:latin typeface="Raleway" pitchFamily="2" charset="77"/>
                <a:ea typeface="+mn-lt"/>
                <a:cs typeface="+mn-lt"/>
              </a:rPr>
              <a:t> che misura non solo la presenza delle informazioni DEIA nei report, ma anche la loro </a:t>
            </a:r>
            <a:r>
              <a:rPr lang="it-IT" sz="1400" b="1" dirty="0">
                <a:latin typeface="Raleway" pitchFamily="2" charset="77"/>
                <a:ea typeface="+mn-lt"/>
                <a:cs typeface="+mn-lt"/>
              </a:rPr>
              <a:t>qualità</a:t>
            </a:r>
            <a:r>
              <a:rPr lang="it-IT" sz="1400" dirty="0">
                <a:latin typeface="Raleway" pitchFamily="2" charset="77"/>
                <a:ea typeface="+mn-lt"/>
                <a:cs typeface="+mn-lt"/>
              </a:rPr>
              <a:t>, considerando trasparenza, chiarezza, credibilità, profondità, coerenza e strutturazione.</a:t>
            </a:r>
            <a:endParaRPr lang="it-IT" sz="2000" dirty="0">
              <a:latin typeface="Raleway" pitchFamily="2" charset="77"/>
            </a:endParaRPr>
          </a:p>
          <a:p>
            <a:pPr algn="just"/>
            <a:endParaRPr lang="it-IT" sz="1400" dirty="0">
              <a:latin typeface="Raleway" pitchFamily="2" charset="77"/>
              <a:ea typeface="+mn-lt"/>
              <a:cs typeface="+mn-lt"/>
            </a:endParaRPr>
          </a:p>
          <a:p>
            <a:pPr algn="just"/>
            <a:r>
              <a:rPr lang="it-IT" sz="1400" dirty="0">
                <a:latin typeface="Raleway" pitchFamily="2" charset="77"/>
                <a:ea typeface="+mn-lt"/>
                <a:cs typeface="+mn-lt"/>
              </a:rPr>
              <a:t>Sebbene standard internazionali e letteratura abbiano contribuito allo sviluppo della rendicontazione di sostenibilità, molti studi si sono concentrati soprattutto sulla quantità delle informazioni divulgate. Tuttavia, più informazioni non significa necessariamente maggiore utilità per gli stakeholder. Per questo, la nuova sfida del reporting DEIA riguarda la capacità di comunicare contenuti </a:t>
            </a:r>
            <a:r>
              <a:rPr lang="it-IT" sz="1400" b="1" dirty="0">
                <a:latin typeface="Raleway" pitchFamily="2" charset="77"/>
                <a:ea typeface="+mn-lt"/>
                <a:cs typeface="+mn-lt"/>
              </a:rPr>
              <a:t>rilevanti, coerenti e rappresentativi dell’effettivo impegno interno</a:t>
            </a:r>
            <a:r>
              <a:rPr lang="it-IT" sz="1400" dirty="0">
                <a:latin typeface="Raleway" pitchFamily="2" charset="77"/>
                <a:ea typeface="+mn-lt"/>
                <a:cs typeface="+mn-lt"/>
              </a:rPr>
              <a:t> delle organizzazioni.</a:t>
            </a:r>
            <a:endParaRPr lang="it-IT" sz="2000" dirty="0">
              <a:latin typeface="Raleway" pitchFamily="2" charset="77"/>
            </a:endParaRPr>
          </a:p>
        </p:txBody>
      </p:sp>
      <p:sp>
        <p:nvSpPr>
          <p:cNvPr id="4" name="Rettangolo 3">
            <a:extLst>
              <a:ext uri="{FF2B5EF4-FFF2-40B4-BE49-F238E27FC236}">
                <a16:creationId xmlns:a16="http://schemas.microsoft.com/office/drawing/2014/main" id="{DA4261A3-999B-76EC-4FF0-AF61EA78AD47}"/>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3993571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16C80-4763-1EF7-11D4-874ACBA2E59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0A226C-E395-A8E8-E615-7185E5EC0B5E}"/>
              </a:ext>
            </a:extLst>
          </p:cNvPr>
          <p:cNvSpPr txBox="1"/>
          <p:nvPr/>
        </p:nvSpPr>
        <p:spPr>
          <a:xfrm>
            <a:off x="970546" y="977089"/>
            <a:ext cx="8841111" cy="954107"/>
          </a:xfrm>
          <a:prstGeom prst="rect">
            <a:avLst/>
          </a:prstGeom>
          <a:noFill/>
        </p:spPr>
        <p:txBody>
          <a:bodyPr wrap="square" lIns="91440" tIns="45720" rIns="91440" bIns="45720" rtlCol="0" anchor="t">
            <a:spAutoFit/>
          </a:bodyPr>
          <a:lstStyle/>
          <a:p>
            <a:r>
              <a:rPr lang="en-IT" sz="2800" b="1" dirty="0">
                <a:latin typeface="Raleway" pitchFamily="2" charset="77"/>
              </a:rPr>
              <a:t>ANALISI DELLA REPORTISTICA ESTERNA</a:t>
            </a:r>
          </a:p>
          <a:p>
            <a:r>
              <a:rPr lang="en-IT" sz="2800" dirty="0">
                <a:latin typeface="Raleway" pitchFamily="2" charset="77"/>
              </a:rPr>
              <a:t>Metodologia</a:t>
            </a:r>
          </a:p>
        </p:txBody>
      </p:sp>
      <p:sp>
        <p:nvSpPr>
          <p:cNvPr id="2" name="TextBox 1">
            <a:extLst>
              <a:ext uri="{FF2B5EF4-FFF2-40B4-BE49-F238E27FC236}">
                <a16:creationId xmlns:a16="http://schemas.microsoft.com/office/drawing/2014/main" id="{795265AC-105F-A304-44EA-C61E8CDA7F66}"/>
              </a:ext>
            </a:extLst>
          </p:cNvPr>
          <p:cNvSpPr txBox="1"/>
          <p:nvPr/>
        </p:nvSpPr>
        <p:spPr>
          <a:xfrm>
            <a:off x="970546" y="1982867"/>
            <a:ext cx="9937323" cy="2893100"/>
          </a:xfrm>
          <a:prstGeom prst="rect">
            <a:avLst/>
          </a:prstGeom>
          <a:noFill/>
        </p:spPr>
        <p:txBody>
          <a:bodyPr wrap="square" lIns="91440" tIns="45720" rIns="91440" bIns="45720" rtlCol="0" anchor="t">
            <a:spAutoFit/>
          </a:bodyPr>
          <a:lstStyle/>
          <a:p>
            <a:pPr algn="just"/>
            <a:r>
              <a:rPr lang="it-IT" sz="1400">
                <a:latin typeface="Raleway" pitchFamily="2" charset="77"/>
                <a:ea typeface="+mn-lt"/>
                <a:cs typeface="+mn-lt"/>
              </a:rPr>
              <a:t>La metodologia propone un approccio di misurazione </a:t>
            </a:r>
            <a:r>
              <a:rPr lang="it-IT" sz="1400" b="1">
                <a:latin typeface="Raleway" pitchFamily="2" charset="77"/>
                <a:ea typeface="+mn-lt"/>
                <a:cs typeface="+mn-lt"/>
              </a:rPr>
              <a:t>ancorato agli standard internazionali di reporting di sostenibilità</a:t>
            </a:r>
            <a:r>
              <a:rPr lang="it-IT" sz="1400">
                <a:latin typeface="Raleway" pitchFamily="2" charset="77"/>
                <a:ea typeface="+mn-lt"/>
                <a:cs typeface="+mn-lt"/>
              </a:rPr>
              <a:t>, con l’obiettivo di trasformare criteri e aspettative eterogenee in una valutazione strutturata della </a:t>
            </a:r>
            <a:r>
              <a:rPr lang="it-IT" sz="1400" b="1">
                <a:latin typeface="Raleway" pitchFamily="2" charset="77"/>
                <a:ea typeface="+mn-lt"/>
                <a:cs typeface="+mn-lt"/>
              </a:rPr>
              <a:t>qualità della disclosure DEIA</a:t>
            </a:r>
            <a:r>
              <a:rPr lang="it-IT" sz="1400">
                <a:latin typeface="Raleway" pitchFamily="2" charset="77"/>
                <a:ea typeface="+mn-lt"/>
                <a:cs typeface="+mn-lt"/>
              </a:rPr>
              <a:t>, utile anche per attività di benchmarking.</a:t>
            </a:r>
            <a:endParaRPr lang="it-IT" sz="2000">
              <a:latin typeface="Raleway" pitchFamily="2" charset="77"/>
            </a:endParaRPr>
          </a:p>
          <a:p>
            <a:pPr algn="just"/>
            <a:endParaRPr lang="it-IT" sz="1400">
              <a:latin typeface="Raleway" pitchFamily="2" charset="77"/>
              <a:ea typeface="+mn-lt"/>
              <a:cs typeface="+mn-lt"/>
            </a:endParaRPr>
          </a:p>
          <a:p>
            <a:pPr algn="just"/>
            <a:r>
              <a:rPr lang="it-IT" sz="1400">
                <a:latin typeface="Raleway" pitchFamily="2" charset="77"/>
                <a:ea typeface="+mn-lt"/>
                <a:cs typeface="+mn-lt"/>
              </a:rPr>
              <a:t>L’analisi si basa su framework internazionali (es. GRI. SASB, ESRS) e letteratura accademica, applicati tramite una </a:t>
            </a:r>
            <a:r>
              <a:rPr lang="it-IT" sz="1400" b="1">
                <a:latin typeface="Raleway" pitchFamily="2" charset="77"/>
                <a:ea typeface="+mn-lt"/>
                <a:cs typeface="+mn-lt"/>
              </a:rPr>
              <a:t>Qualitative Content Analysis</a:t>
            </a:r>
            <a:r>
              <a:rPr lang="it-IT" sz="1400">
                <a:latin typeface="Raleway" pitchFamily="2" charset="77"/>
                <a:ea typeface="+mn-lt"/>
                <a:cs typeface="+mn-lt"/>
              </a:rPr>
              <a:t> dei documenti di rendicontazione aziendale, come report integrati, report di sostenibilità e report dedicati a DEIA o responsabilità sociale. </a:t>
            </a:r>
            <a:endParaRPr lang="it-IT" sz="2000">
              <a:latin typeface="Raleway" pitchFamily="2" charset="77"/>
            </a:endParaRPr>
          </a:p>
          <a:p>
            <a:pPr algn="just"/>
            <a:endParaRPr lang="it-IT" sz="1400">
              <a:latin typeface="Raleway" pitchFamily="2" charset="77"/>
              <a:ea typeface="+mn-lt"/>
              <a:cs typeface="+mn-lt"/>
            </a:endParaRPr>
          </a:p>
          <a:p>
            <a:pPr algn="just"/>
            <a:r>
              <a:rPr lang="it-IT" sz="1400">
                <a:latin typeface="Raleway" pitchFamily="2" charset="77"/>
                <a:ea typeface="+mn-lt"/>
                <a:cs typeface="+mn-lt"/>
              </a:rPr>
              <a:t>La metodologia prevede l'utilizzo di un </a:t>
            </a:r>
            <a:r>
              <a:rPr lang="it-IT" sz="1400" b="1">
                <a:latin typeface="Raleway" pitchFamily="2" charset="77"/>
                <a:ea typeface="+mn-lt"/>
                <a:cs typeface="+mn-lt"/>
              </a:rPr>
              <a:t>item-by-item coding</a:t>
            </a:r>
            <a:r>
              <a:rPr lang="it-IT" sz="1400">
                <a:latin typeface="Raleway" pitchFamily="2" charset="77"/>
                <a:ea typeface="+mn-lt"/>
                <a:cs typeface="+mn-lt"/>
              </a:rPr>
              <a:t> così proposto:</a:t>
            </a:r>
          </a:p>
          <a:p>
            <a:pPr algn="just"/>
            <a:endParaRPr lang="it-IT" sz="1400">
              <a:latin typeface="Raleway" pitchFamily="2" charset="77"/>
              <a:ea typeface="+mn-lt"/>
              <a:cs typeface="+mn-lt"/>
            </a:endParaRPr>
          </a:p>
          <a:p>
            <a:pPr algn="just"/>
            <a:endParaRPr lang="it-IT" sz="1400">
              <a:latin typeface="Raleway" pitchFamily="2" charset="77"/>
              <a:ea typeface="+mn-lt"/>
              <a:cs typeface="+mn-lt"/>
            </a:endParaRPr>
          </a:p>
          <a:p>
            <a:pPr algn="just"/>
            <a:endParaRPr lang="it-IT" sz="1400">
              <a:latin typeface="Raleway" pitchFamily="2" charset="77"/>
              <a:ea typeface="+mn-lt"/>
              <a:cs typeface="+mn-lt"/>
            </a:endParaRPr>
          </a:p>
          <a:p>
            <a:pPr algn="just"/>
            <a:endParaRPr lang="it-IT" sz="1400">
              <a:latin typeface="Raleway" pitchFamily="2" charset="77"/>
              <a:ea typeface="+mn-lt"/>
              <a:cs typeface="+mn-lt"/>
            </a:endParaRPr>
          </a:p>
        </p:txBody>
      </p:sp>
      <p:sp>
        <p:nvSpPr>
          <p:cNvPr id="4" name="Rettangolo 3">
            <a:extLst>
              <a:ext uri="{FF2B5EF4-FFF2-40B4-BE49-F238E27FC236}">
                <a16:creationId xmlns:a16="http://schemas.microsoft.com/office/drawing/2014/main" id="{76F129A8-F379-086B-DF99-4C6EB16FC272}"/>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graphicFrame>
        <p:nvGraphicFramePr>
          <p:cNvPr id="5" name="Tabella 4">
            <a:extLst>
              <a:ext uri="{FF2B5EF4-FFF2-40B4-BE49-F238E27FC236}">
                <a16:creationId xmlns:a16="http://schemas.microsoft.com/office/drawing/2014/main" id="{A7D19C26-0220-1FDB-22A1-FEB2336A66A3}"/>
              </a:ext>
            </a:extLst>
          </p:cNvPr>
          <p:cNvGraphicFramePr>
            <a:graphicFrameLocks noGrp="1"/>
          </p:cNvGraphicFramePr>
          <p:nvPr>
            <p:extLst>
              <p:ext uri="{D42A27DB-BD31-4B8C-83A1-F6EECF244321}">
                <p14:modId xmlns:p14="http://schemas.microsoft.com/office/powerpoint/2010/main" val="3858885610"/>
              </p:ext>
            </p:extLst>
          </p:nvPr>
        </p:nvGraphicFramePr>
        <p:xfrm>
          <a:off x="2207171" y="4142962"/>
          <a:ext cx="8193698" cy="2128252"/>
        </p:xfrm>
        <a:graphic>
          <a:graphicData uri="http://schemas.openxmlformats.org/drawingml/2006/table">
            <a:tbl>
              <a:tblPr bandRow="1">
                <a:tableStyleId>{5C22544A-7EE6-4342-B048-85BDC9FD1C3A}</a:tableStyleId>
              </a:tblPr>
              <a:tblGrid>
                <a:gridCol w="971023">
                  <a:extLst>
                    <a:ext uri="{9D8B030D-6E8A-4147-A177-3AD203B41FA5}">
                      <a16:colId xmlns:a16="http://schemas.microsoft.com/office/drawing/2014/main" val="1386365632"/>
                    </a:ext>
                  </a:extLst>
                </a:gridCol>
                <a:gridCol w="7222675">
                  <a:extLst>
                    <a:ext uri="{9D8B030D-6E8A-4147-A177-3AD203B41FA5}">
                      <a16:colId xmlns:a16="http://schemas.microsoft.com/office/drawing/2014/main" val="2060586414"/>
                    </a:ext>
                  </a:extLst>
                </a:gridCol>
              </a:tblGrid>
              <a:tr h="401052">
                <a:tc>
                  <a:txBody>
                    <a:bodyPr/>
                    <a:lstStyle/>
                    <a:p>
                      <a:pPr algn="ctr">
                        <a:lnSpc>
                          <a:spcPts val="1800"/>
                        </a:lnSpc>
                        <a:spcBef>
                          <a:spcPts val="600"/>
                        </a:spcBef>
                        <a:buNone/>
                      </a:pPr>
                      <a:r>
                        <a:rPr lang="en-GB" sz="1200" b="1">
                          <a:effectLst/>
                          <a:latin typeface="Raleway" pitchFamily="2" charset="77"/>
                        </a:rPr>
                        <a:t>Cod.</a:t>
                      </a:r>
                      <a:endParaRPr lang="it-IT" sz="1200">
                        <a:effectLst/>
                        <a:latin typeface="Raleway" pitchFamily="2" charset="77"/>
                      </a:endParaRPr>
                    </a:p>
                  </a:txBody>
                  <a:tcPr marL="44450" marR="4445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1800"/>
                        </a:lnSpc>
                        <a:spcBef>
                          <a:spcPts val="600"/>
                        </a:spcBef>
                        <a:buNone/>
                      </a:pPr>
                      <a:r>
                        <a:rPr lang="en-GB" sz="1200" b="1" dirty="0" err="1">
                          <a:effectLst/>
                          <a:latin typeface="Raleway" pitchFamily="2" charset="77"/>
                        </a:rPr>
                        <a:t>Descrizione</a:t>
                      </a:r>
                      <a:endParaRPr lang="it-IT" sz="1200" dirty="0">
                        <a:effectLst/>
                        <a:latin typeface="Raleway" pitchFamily="2" charset="77"/>
                      </a:endParaRPr>
                    </a:p>
                  </a:txBody>
                  <a:tcPr marL="44450" marR="44450" marT="0" marB="0" anchor="ctr">
                    <a:lnL w="19050" cap="flat" cmpd="sng" algn="ctr">
                      <a:solidFill>
                        <a:srgbClr val="FFFFFF"/>
                      </a:solidFill>
                      <a:prstDash val="solid"/>
                      <a:round/>
                      <a:headEnd type="none" w="med" len="med"/>
                      <a:tailEnd type="none" w="med" len="med"/>
                    </a:lnL>
                    <a:lnR w="19050" cap="flat" cmpd="sng" algn="ctr">
                      <a:solidFill>
                        <a:srgbClr val="105AE0"/>
                      </a:solidFill>
                      <a:prstDash val="solid"/>
                      <a:round/>
                      <a:headEnd type="none" w="med" len="med"/>
                      <a:tailEnd type="none" w="med" len="med"/>
                    </a:lnR>
                    <a:lnT w="12700" cap="flat" cmpd="sng" algn="ctr">
                      <a:solidFill>
                        <a:srgbClr val="105AE0"/>
                      </a:solidFill>
                      <a:prstDash val="solid"/>
                      <a:round/>
                      <a:headEnd type="none" w="med" len="med"/>
                      <a:tailEnd type="none" w="med" len="med"/>
                    </a:lnT>
                    <a:lnB w="12700" cap="flat" cmpd="sng" algn="ctr">
                      <a:solidFill>
                        <a:srgbClr val="105AE0"/>
                      </a:solidFill>
                      <a:prstDash val="solid"/>
                      <a:round/>
                      <a:headEnd type="none" w="med" len="med"/>
                      <a:tailEnd type="none" w="med" len="med"/>
                    </a:lnB>
                    <a:noFill/>
                  </a:tcPr>
                </a:tc>
                <a:extLst>
                  <a:ext uri="{0D108BD9-81ED-4DB2-BD59-A6C34878D82A}">
                    <a16:rowId xmlns:a16="http://schemas.microsoft.com/office/drawing/2014/main" val="361448169"/>
                  </a:ext>
                </a:extLst>
              </a:tr>
              <a:tr h="431800">
                <a:tc>
                  <a:txBody>
                    <a:bodyPr/>
                    <a:lstStyle/>
                    <a:p>
                      <a:pPr algn="ctr">
                        <a:lnSpc>
                          <a:spcPts val="1500"/>
                        </a:lnSpc>
                        <a:spcBef>
                          <a:spcPts val="600"/>
                        </a:spcBef>
                        <a:buNone/>
                      </a:pPr>
                      <a:r>
                        <a:rPr lang="en-GB" sz="1200">
                          <a:effectLst/>
                          <a:latin typeface="Raleway" pitchFamily="2" charset="77"/>
                        </a:rPr>
                        <a:t>1</a:t>
                      </a:r>
                      <a:endParaRPr lang="it-IT" sz="1200">
                        <a:effectLst/>
                        <a:latin typeface="Raleway" pitchFamily="2" charset="77"/>
                      </a:endParaRPr>
                    </a:p>
                  </a:txBody>
                  <a:tcPr marL="44450" marR="44450" marT="0" marB="0" anchor="ctr">
                    <a:lnL w="19050" cap="flat" cmpd="sng" algn="ctr">
                      <a:solidFill>
                        <a:srgbClr val="904CCE"/>
                      </a:solidFill>
                      <a:prstDash val="solid"/>
                      <a:round/>
                      <a:headEnd type="none" w="med" len="med"/>
                      <a:tailEnd type="none" w="med" len="med"/>
                    </a:lnL>
                    <a:lnR w="19050" cap="flat" cmpd="sng" algn="ctr">
                      <a:solidFill>
                        <a:srgbClr val="904CC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04CCE"/>
                      </a:solidFill>
                      <a:prstDash val="solid"/>
                      <a:round/>
                      <a:headEnd type="none" w="med" len="med"/>
                      <a:tailEnd type="none" w="med" len="med"/>
                    </a:lnB>
                    <a:noFill/>
                  </a:tcPr>
                </a:tc>
                <a:tc>
                  <a:txBody>
                    <a:bodyPr/>
                    <a:lstStyle/>
                    <a:p>
                      <a:pPr>
                        <a:lnSpc>
                          <a:spcPts val="1500"/>
                        </a:lnSpc>
                        <a:spcBef>
                          <a:spcPts val="600"/>
                        </a:spcBef>
                        <a:buNone/>
                      </a:pPr>
                      <a:r>
                        <a:rPr lang="it-IT" sz="1200" dirty="0">
                          <a:effectLst/>
                          <a:latin typeface="Raleway" pitchFamily="2" charset="77"/>
                        </a:rPr>
                        <a:t>Informazione assente, episodica o non strutturata </a:t>
                      </a:r>
                    </a:p>
                  </a:txBody>
                  <a:tcPr marL="44450" marR="44450" marT="0" marB="0" anchor="ctr">
                    <a:lnL w="19050" cap="flat" cmpd="sng" algn="ctr">
                      <a:solidFill>
                        <a:srgbClr val="904CCE"/>
                      </a:solidFill>
                      <a:prstDash val="solid"/>
                      <a:round/>
                      <a:headEnd type="none" w="med" len="med"/>
                      <a:tailEnd type="none" w="med" len="med"/>
                    </a:lnL>
                    <a:lnR w="19050" cap="flat" cmpd="sng" algn="ctr">
                      <a:solidFill>
                        <a:srgbClr val="80DCE6"/>
                      </a:solidFill>
                      <a:prstDash val="solid"/>
                      <a:round/>
                      <a:headEnd type="none" w="med" len="med"/>
                      <a:tailEnd type="none" w="med" len="med"/>
                    </a:lnR>
                    <a:lnT w="12700" cap="flat" cmpd="sng" algn="ctr">
                      <a:solidFill>
                        <a:srgbClr val="105AE0"/>
                      </a:solidFill>
                      <a:prstDash val="solid"/>
                      <a:round/>
                      <a:headEnd type="none" w="med" len="med"/>
                      <a:tailEnd type="none" w="med" len="med"/>
                    </a:lnT>
                    <a:lnB w="12700" cap="flat" cmpd="sng" algn="ctr">
                      <a:solidFill>
                        <a:srgbClr val="80DCE6"/>
                      </a:solidFill>
                      <a:prstDash val="solid"/>
                      <a:round/>
                      <a:headEnd type="none" w="med" len="med"/>
                      <a:tailEnd type="none" w="med" len="med"/>
                    </a:lnB>
                    <a:noFill/>
                  </a:tcPr>
                </a:tc>
                <a:extLst>
                  <a:ext uri="{0D108BD9-81ED-4DB2-BD59-A6C34878D82A}">
                    <a16:rowId xmlns:a16="http://schemas.microsoft.com/office/drawing/2014/main" val="1075057169"/>
                  </a:ext>
                </a:extLst>
              </a:tr>
              <a:tr h="431800">
                <a:tc>
                  <a:txBody>
                    <a:bodyPr/>
                    <a:lstStyle/>
                    <a:p>
                      <a:pPr algn="ctr">
                        <a:lnSpc>
                          <a:spcPts val="1500"/>
                        </a:lnSpc>
                        <a:spcBef>
                          <a:spcPts val="600"/>
                        </a:spcBef>
                        <a:buNone/>
                      </a:pPr>
                      <a:r>
                        <a:rPr lang="en-GB" sz="1200">
                          <a:effectLst/>
                          <a:latin typeface="Raleway" pitchFamily="2" charset="77"/>
                        </a:rPr>
                        <a:t>2</a:t>
                      </a:r>
                      <a:endParaRPr lang="it-IT" sz="1200">
                        <a:effectLst/>
                        <a:latin typeface="Raleway" pitchFamily="2" charset="77"/>
                      </a:endParaRPr>
                    </a:p>
                  </a:txBody>
                  <a:tcPr marL="44450" marR="44450" marT="0" marB="0" anchor="ctr">
                    <a:lnL w="19050" cap="flat" cmpd="sng" algn="ctr">
                      <a:solidFill>
                        <a:srgbClr val="F050CE"/>
                      </a:solidFill>
                      <a:prstDash val="solid"/>
                      <a:round/>
                      <a:headEnd type="none" w="med" len="med"/>
                      <a:tailEnd type="none" w="med" len="med"/>
                    </a:lnL>
                    <a:lnR w="19050" cap="flat" cmpd="sng" algn="ctr">
                      <a:solidFill>
                        <a:srgbClr val="F050CE"/>
                      </a:solidFill>
                      <a:prstDash val="solid"/>
                      <a:round/>
                      <a:headEnd type="none" w="med" len="med"/>
                      <a:tailEnd type="none" w="med" len="med"/>
                    </a:lnR>
                    <a:lnT w="12700" cap="flat" cmpd="sng" algn="ctr">
                      <a:solidFill>
                        <a:srgbClr val="904CCE"/>
                      </a:solidFill>
                      <a:prstDash val="solid"/>
                      <a:round/>
                      <a:headEnd type="none" w="med" len="med"/>
                      <a:tailEnd type="none" w="med" len="med"/>
                    </a:lnT>
                    <a:lnB w="12700" cap="flat" cmpd="sng" algn="ctr">
                      <a:solidFill>
                        <a:srgbClr val="F050CE"/>
                      </a:solidFill>
                      <a:prstDash val="solid"/>
                      <a:round/>
                      <a:headEnd type="none" w="med" len="med"/>
                      <a:tailEnd type="none" w="med" len="med"/>
                    </a:lnB>
                    <a:noFill/>
                  </a:tcPr>
                </a:tc>
                <a:tc>
                  <a:txBody>
                    <a:bodyPr/>
                    <a:lstStyle/>
                    <a:p>
                      <a:pPr>
                        <a:lnSpc>
                          <a:spcPts val="1500"/>
                        </a:lnSpc>
                        <a:spcBef>
                          <a:spcPts val="600"/>
                        </a:spcBef>
                        <a:buNone/>
                      </a:pPr>
                      <a:r>
                        <a:rPr lang="it-IT" sz="1200" dirty="0">
                          <a:effectLst/>
                          <a:latin typeface="Raleway" pitchFamily="2" charset="77"/>
                        </a:rPr>
                        <a:t>Riferimento generico o narrativo, approccio parziale o informale </a:t>
                      </a:r>
                    </a:p>
                  </a:txBody>
                  <a:tcPr marL="44450" marR="44450" marT="0" marB="0" anchor="ctr">
                    <a:lnL w="19050" cap="flat" cmpd="sng" algn="ctr">
                      <a:solidFill>
                        <a:srgbClr val="F050CE"/>
                      </a:solidFill>
                      <a:prstDash val="solid"/>
                      <a:round/>
                      <a:headEnd type="none" w="med" len="med"/>
                      <a:tailEnd type="none" w="med" len="med"/>
                    </a:lnL>
                    <a:lnR w="19050" cap="flat" cmpd="sng" algn="ctr">
                      <a:solidFill>
                        <a:srgbClr val="E0CDE6"/>
                      </a:solidFill>
                      <a:prstDash val="solid"/>
                      <a:round/>
                      <a:headEnd type="none" w="med" len="med"/>
                      <a:tailEnd type="none" w="med" len="med"/>
                    </a:lnR>
                    <a:lnT w="12700" cap="flat" cmpd="sng" algn="ctr">
                      <a:solidFill>
                        <a:srgbClr val="80DCE6"/>
                      </a:solidFill>
                      <a:prstDash val="solid"/>
                      <a:round/>
                      <a:headEnd type="none" w="med" len="med"/>
                      <a:tailEnd type="none" w="med" len="med"/>
                    </a:lnT>
                    <a:lnB w="12700" cap="flat" cmpd="sng" algn="ctr">
                      <a:solidFill>
                        <a:srgbClr val="E0CDE6"/>
                      </a:solidFill>
                      <a:prstDash val="solid"/>
                      <a:round/>
                      <a:headEnd type="none" w="med" len="med"/>
                      <a:tailEnd type="none" w="med" len="med"/>
                    </a:lnB>
                    <a:noFill/>
                  </a:tcPr>
                </a:tc>
                <a:extLst>
                  <a:ext uri="{0D108BD9-81ED-4DB2-BD59-A6C34878D82A}">
                    <a16:rowId xmlns:a16="http://schemas.microsoft.com/office/drawing/2014/main" val="2853870099"/>
                  </a:ext>
                </a:extLst>
              </a:tr>
              <a:tr h="431800">
                <a:tc>
                  <a:txBody>
                    <a:bodyPr/>
                    <a:lstStyle/>
                    <a:p>
                      <a:pPr algn="ctr">
                        <a:lnSpc>
                          <a:spcPts val="1500"/>
                        </a:lnSpc>
                        <a:spcBef>
                          <a:spcPts val="600"/>
                        </a:spcBef>
                        <a:buNone/>
                      </a:pPr>
                      <a:r>
                        <a:rPr lang="en-GB" sz="1200">
                          <a:effectLst/>
                          <a:latin typeface="Raleway" pitchFamily="2" charset="77"/>
                        </a:rPr>
                        <a:t>3</a:t>
                      </a:r>
                      <a:endParaRPr lang="it-IT" sz="1200">
                        <a:effectLst/>
                        <a:latin typeface="Raleway" pitchFamily="2" charset="77"/>
                      </a:endParaRPr>
                    </a:p>
                  </a:txBody>
                  <a:tcPr marL="44450" marR="44450" marT="0" marB="0" anchor="ctr">
                    <a:lnL w="19050" cap="flat" cmpd="sng" algn="ctr">
                      <a:solidFill>
                        <a:srgbClr val="405BCE"/>
                      </a:solidFill>
                      <a:prstDash val="solid"/>
                      <a:round/>
                      <a:headEnd type="none" w="med" len="med"/>
                      <a:tailEnd type="none" w="med" len="med"/>
                    </a:lnL>
                    <a:lnR w="19050" cap="flat" cmpd="sng" algn="ctr">
                      <a:solidFill>
                        <a:srgbClr val="405BCE"/>
                      </a:solidFill>
                      <a:prstDash val="solid"/>
                      <a:round/>
                      <a:headEnd type="none" w="med" len="med"/>
                      <a:tailEnd type="none" w="med" len="med"/>
                    </a:lnR>
                    <a:lnT w="12700" cap="flat" cmpd="sng" algn="ctr">
                      <a:solidFill>
                        <a:srgbClr val="F050CE"/>
                      </a:solidFill>
                      <a:prstDash val="solid"/>
                      <a:round/>
                      <a:headEnd type="none" w="med" len="med"/>
                      <a:tailEnd type="none" w="med" len="med"/>
                    </a:lnT>
                    <a:lnB w="12700" cap="flat" cmpd="sng" algn="ctr">
                      <a:solidFill>
                        <a:srgbClr val="405BCE"/>
                      </a:solidFill>
                      <a:prstDash val="solid"/>
                      <a:round/>
                      <a:headEnd type="none" w="med" len="med"/>
                      <a:tailEnd type="none" w="med" len="med"/>
                    </a:lnB>
                    <a:noFill/>
                  </a:tcPr>
                </a:tc>
                <a:tc>
                  <a:txBody>
                    <a:bodyPr/>
                    <a:lstStyle/>
                    <a:p>
                      <a:pPr>
                        <a:lnSpc>
                          <a:spcPts val="1500"/>
                        </a:lnSpc>
                        <a:spcBef>
                          <a:spcPts val="600"/>
                        </a:spcBef>
                        <a:buNone/>
                      </a:pPr>
                      <a:r>
                        <a:rPr lang="it-IT" sz="1200" dirty="0">
                          <a:effectLst/>
                          <a:latin typeface="Raleway" pitchFamily="2" charset="77"/>
                        </a:rPr>
                        <a:t>Informazione specifica, descrittiva o parzialmente documentata con KPI</a:t>
                      </a:r>
                    </a:p>
                  </a:txBody>
                  <a:tcPr marL="44450" marR="44450" marT="0" marB="0" anchor="ctr">
                    <a:lnL w="19050" cap="flat" cmpd="sng" algn="ctr">
                      <a:solidFill>
                        <a:srgbClr val="405BCE"/>
                      </a:solidFill>
                      <a:prstDash val="solid"/>
                      <a:round/>
                      <a:headEnd type="none" w="med" len="med"/>
                      <a:tailEnd type="none" w="med" len="med"/>
                    </a:lnL>
                    <a:lnR w="19050" cap="flat" cmpd="sng" algn="ctr">
                      <a:solidFill>
                        <a:srgbClr val="80DCE6"/>
                      </a:solidFill>
                      <a:prstDash val="solid"/>
                      <a:round/>
                      <a:headEnd type="none" w="med" len="med"/>
                      <a:tailEnd type="none" w="med" len="med"/>
                    </a:lnR>
                    <a:lnT w="12700" cap="flat" cmpd="sng" algn="ctr">
                      <a:solidFill>
                        <a:srgbClr val="E0CDE6"/>
                      </a:solidFill>
                      <a:prstDash val="solid"/>
                      <a:round/>
                      <a:headEnd type="none" w="med" len="med"/>
                      <a:tailEnd type="none" w="med" len="med"/>
                    </a:lnT>
                    <a:lnB w="12700" cap="flat" cmpd="sng" algn="ctr">
                      <a:solidFill>
                        <a:srgbClr val="80DCE6"/>
                      </a:solidFill>
                      <a:prstDash val="solid"/>
                      <a:round/>
                      <a:headEnd type="none" w="med" len="med"/>
                      <a:tailEnd type="none" w="med" len="med"/>
                    </a:lnB>
                    <a:noFill/>
                  </a:tcPr>
                </a:tc>
                <a:extLst>
                  <a:ext uri="{0D108BD9-81ED-4DB2-BD59-A6C34878D82A}">
                    <a16:rowId xmlns:a16="http://schemas.microsoft.com/office/drawing/2014/main" val="3705445725"/>
                  </a:ext>
                </a:extLst>
              </a:tr>
              <a:tr h="431800">
                <a:tc>
                  <a:txBody>
                    <a:bodyPr/>
                    <a:lstStyle/>
                    <a:p>
                      <a:pPr algn="ctr">
                        <a:lnSpc>
                          <a:spcPts val="1500"/>
                        </a:lnSpc>
                        <a:spcBef>
                          <a:spcPts val="600"/>
                        </a:spcBef>
                        <a:buNone/>
                      </a:pPr>
                      <a:r>
                        <a:rPr lang="en-GB" sz="1200">
                          <a:effectLst/>
                          <a:latin typeface="Raleway" pitchFamily="2" charset="77"/>
                        </a:rPr>
                        <a:t>4</a:t>
                      </a:r>
                      <a:endParaRPr lang="it-IT" sz="1200">
                        <a:effectLst/>
                        <a:latin typeface="Raleway" pitchFamily="2" charset="77"/>
                      </a:endParaRPr>
                    </a:p>
                  </a:txBody>
                  <a:tcPr marL="44450" marR="44450" marT="0" marB="0" anchor="ctr">
                    <a:lnL w="19050" cap="flat" cmpd="sng" algn="ctr">
                      <a:solidFill>
                        <a:srgbClr val="9056CE"/>
                      </a:solidFill>
                      <a:prstDash val="solid"/>
                      <a:round/>
                      <a:headEnd type="none" w="med" len="med"/>
                      <a:tailEnd type="none" w="med" len="med"/>
                    </a:lnL>
                    <a:lnR w="19050" cap="flat" cmpd="sng" algn="ctr">
                      <a:solidFill>
                        <a:srgbClr val="9056CE"/>
                      </a:solidFill>
                      <a:prstDash val="solid"/>
                      <a:round/>
                      <a:headEnd type="none" w="med" len="med"/>
                      <a:tailEnd type="none" w="med" len="med"/>
                    </a:lnR>
                    <a:lnT w="12700" cap="flat" cmpd="sng" algn="ctr">
                      <a:solidFill>
                        <a:srgbClr val="405BCE"/>
                      </a:solidFill>
                      <a:prstDash val="solid"/>
                      <a:round/>
                      <a:headEnd type="none" w="med" len="med"/>
                      <a:tailEnd type="none" w="med" len="med"/>
                    </a:lnT>
                    <a:lnB w="12700" cap="flat" cmpd="sng" algn="ctr">
                      <a:solidFill>
                        <a:srgbClr val="9056CE"/>
                      </a:solidFill>
                      <a:prstDash val="solid"/>
                      <a:round/>
                      <a:headEnd type="none" w="med" len="med"/>
                      <a:tailEnd type="none" w="med" len="med"/>
                    </a:lnB>
                    <a:noFill/>
                  </a:tcPr>
                </a:tc>
                <a:tc>
                  <a:txBody>
                    <a:bodyPr/>
                    <a:lstStyle/>
                    <a:p>
                      <a:pPr>
                        <a:lnSpc>
                          <a:spcPts val="1500"/>
                        </a:lnSpc>
                        <a:spcBef>
                          <a:spcPts val="600"/>
                        </a:spcBef>
                        <a:buNone/>
                      </a:pPr>
                      <a:r>
                        <a:rPr lang="it-IT" sz="1200" dirty="0">
                          <a:effectLst/>
                          <a:latin typeface="Raleway" pitchFamily="2" charset="77"/>
                        </a:rPr>
                        <a:t>Informazione strutturata, con policy/azioni/KPI/target/</a:t>
                      </a:r>
                      <a:r>
                        <a:rPr lang="it-IT" sz="1200" dirty="0" err="1">
                          <a:effectLst/>
                          <a:latin typeface="Raleway" pitchFamily="2" charset="77"/>
                        </a:rPr>
                        <a:t>outcome</a:t>
                      </a:r>
                      <a:r>
                        <a:rPr lang="it-IT" sz="1200" dirty="0">
                          <a:effectLst/>
                          <a:latin typeface="Raleway" pitchFamily="2" charset="77"/>
                        </a:rPr>
                        <a:t> o evidenze chiaramente attribuibili</a:t>
                      </a:r>
                    </a:p>
                  </a:txBody>
                  <a:tcPr marL="44450" marR="44450" marT="0" marB="0" anchor="ctr">
                    <a:lnL w="19050" cap="flat" cmpd="sng" algn="ctr">
                      <a:solidFill>
                        <a:srgbClr val="9056CE"/>
                      </a:solidFill>
                      <a:prstDash val="solid"/>
                      <a:round/>
                      <a:headEnd type="none" w="med" len="med"/>
                      <a:tailEnd type="none" w="med" len="med"/>
                    </a:lnL>
                    <a:lnR w="19050" cap="flat" cmpd="sng" algn="ctr">
                      <a:solidFill>
                        <a:srgbClr val="80DCE6"/>
                      </a:solidFill>
                      <a:prstDash val="solid"/>
                      <a:round/>
                      <a:headEnd type="none" w="med" len="med"/>
                      <a:tailEnd type="none" w="med" len="med"/>
                    </a:lnR>
                    <a:lnT w="12700" cap="flat" cmpd="sng" algn="ctr">
                      <a:solidFill>
                        <a:srgbClr val="80DCE6"/>
                      </a:solidFill>
                      <a:prstDash val="solid"/>
                      <a:round/>
                      <a:headEnd type="none" w="med" len="med"/>
                      <a:tailEnd type="none" w="med" len="med"/>
                    </a:lnT>
                    <a:lnB w="12700" cap="flat" cmpd="sng" algn="ctr">
                      <a:solidFill>
                        <a:srgbClr val="80DCE6"/>
                      </a:solidFill>
                      <a:prstDash val="solid"/>
                      <a:round/>
                      <a:headEnd type="none" w="med" len="med"/>
                      <a:tailEnd type="none" w="med" len="med"/>
                    </a:lnB>
                    <a:noFill/>
                  </a:tcPr>
                </a:tc>
                <a:extLst>
                  <a:ext uri="{0D108BD9-81ED-4DB2-BD59-A6C34878D82A}">
                    <a16:rowId xmlns:a16="http://schemas.microsoft.com/office/drawing/2014/main" val="2616676547"/>
                  </a:ext>
                </a:extLst>
              </a:tr>
            </a:tbl>
          </a:graphicData>
        </a:graphic>
      </p:graphicFrame>
    </p:spTree>
    <p:extLst>
      <p:ext uri="{BB962C8B-B14F-4D97-AF65-F5344CB8AC3E}">
        <p14:creationId xmlns:p14="http://schemas.microsoft.com/office/powerpoint/2010/main" val="5785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A92E2-F8AB-8997-B2AB-24DAC14B0DF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8AA9AF1-0727-606A-1400-1BE830D5DC7D}"/>
              </a:ext>
            </a:extLst>
          </p:cNvPr>
          <p:cNvSpPr txBox="1"/>
          <p:nvPr/>
        </p:nvSpPr>
        <p:spPr>
          <a:xfrm>
            <a:off x="2451003" y="418289"/>
            <a:ext cx="5991727" cy="523220"/>
          </a:xfrm>
          <a:prstGeom prst="rect">
            <a:avLst/>
          </a:prstGeom>
          <a:noFill/>
        </p:spPr>
        <p:txBody>
          <a:bodyPr wrap="square" rtlCol="0">
            <a:spAutoFit/>
          </a:bodyPr>
          <a:lstStyle/>
          <a:p>
            <a:r>
              <a:rPr lang="en-IT" sz="2800" b="1" dirty="0">
                <a:latin typeface="Raleway" pitchFamily="2" charset="77"/>
              </a:rPr>
              <a:t>LEGENDA</a:t>
            </a:r>
          </a:p>
        </p:txBody>
      </p:sp>
      <p:sp>
        <p:nvSpPr>
          <p:cNvPr id="4" name="Rettangolo 3">
            <a:extLst>
              <a:ext uri="{FF2B5EF4-FFF2-40B4-BE49-F238E27FC236}">
                <a16:creationId xmlns:a16="http://schemas.microsoft.com/office/drawing/2014/main" id="{20B83603-FCBB-607E-03E8-8A7B5D17FE50}"/>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graphicFrame>
        <p:nvGraphicFramePr>
          <p:cNvPr id="5" name="Tabella 4">
            <a:extLst>
              <a:ext uri="{FF2B5EF4-FFF2-40B4-BE49-F238E27FC236}">
                <a16:creationId xmlns:a16="http://schemas.microsoft.com/office/drawing/2014/main" id="{1E69E032-2A37-7550-8C79-BD2AD290DEE8}"/>
              </a:ext>
            </a:extLst>
          </p:cNvPr>
          <p:cNvGraphicFramePr>
            <a:graphicFrameLocks noGrp="1"/>
          </p:cNvGraphicFramePr>
          <p:nvPr>
            <p:extLst>
              <p:ext uri="{D42A27DB-BD31-4B8C-83A1-F6EECF244321}">
                <p14:modId xmlns:p14="http://schemas.microsoft.com/office/powerpoint/2010/main" val="836428492"/>
              </p:ext>
            </p:extLst>
          </p:nvPr>
        </p:nvGraphicFramePr>
        <p:xfrm>
          <a:off x="439637" y="1233713"/>
          <a:ext cx="11317151" cy="5102725"/>
        </p:xfrm>
        <a:graphic>
          <a:graphicData uri="http://schemas.openxmlformats.org/drawingml/2006/table">
            <a:tbl>
              <a:tblPr bandRow="1">
                <a:tableStyleId>{5C22544A-7EE6-4342-B048-85BDC9FD1C3A}</a:tableStyleId>
              </a:tblPr>
              <a:tblGrid>
                <a:gridCol w="3773317">
                  <a:extLst>
                    <a:ext uri="{9D8B030D-6E8A-4147-A177-3AD203B41FA5}">
                      <a16:colId xmlns:a16="http://schemas.microsoft.com/office/drawing/2014/main" val="3788647350"/>
                    </a:ext>
                  </a:extLst>
                </a:gridCol>
                <a:gridCol w="7543834">
                  <a:extLst>
                    <a:ext uri="{9D8B030D-6E8A-4147-A177-3AD203B41FA5}">
                      <a16:colId xmlns:a16="http://schemas.microsoft.com/office/drawing/2014/main" val="3135914604"/>
                    </a:ext>
                  </a:extLst>
                </a:gridCol>
              </a:tblGrid>
              <a:tr h="191257">
                <a:tc>
                  <a:txBody>
                    <a:bodyPr/>
                    <a:lstStyle/>
                    <a:p>
                      <a:pPr indent="153035">
                        <a:buNone/>
                      </a:pPr>
                      <a:r>
                        <a:rPr lang="en-US" sz="1400" b="1" i="1">
                          <a:effectLst/>
                          <a:latin typeface="Raleway" pitchFamily="2" charset="77"/>
                        </a:rPr>
                        <a:t>Temi reportistica DEIA</a:t>
                      </a:r>
                      <a:endParaRPr lang="it-IT" sz="2000">
                        <a:latin typeface="Raleway" pitchFamily="2" charset="77"/>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53035">
                        <a:buNone/>
                      </a:pPr>
                      <a:r>
                        <a:rPr lang="en-US" sz="1400" b="1" i="1" dirty="0" err="1">
                          <a:effectLst/>
                          <a:latin typeface="Raleway" pitchFamily="2" charset="77"/>
                        </a:rPr>
                        <a:t>Descrizione</a:t>
                      </a:r>
                      <a:endParaRPr lang="it-IT" sz="1400" dirty="0">
                        <a:effectLst/>
                        <a:latin typeface="Raleway" pitchFamily="2" charset="77"/>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305BE0"/>
                      </a:solidFill>
                      <a:prstDash val="solid"/>
                      <a:round/>
                      <a:headEnd type="none" w="med" len="med"/>
                      <a:tailEnd type="none" w="med" len="med"/>
                    </a:lnR>
                    <a:lnT w="12700" cap="flat" cmpd="sng" algn="ctr">
                      <a:solidFill>
                        <a:srgbClr val="305BE0"/>
                      </a:solidFill>
                      <a:prstDash val="solid"/>
                      <a:round/>
                      <a:headEnd type="none" w="med" len="med"/>
                      <a:tailEnd type="none" w="med" len="med"/>
                    </a:lnT>
                    <a:lnB w="12700" cap="flat" cmpd="sng" algn="ctr">
                      <a:solidFill>
                        <a:srgbClr val="305BE0"/>
                      </a:solidFill>
                      <a:prstDash val="solid"/>
                      <a:round/>
                      <a:headEnd type="none" w="med" len="med"/>
                      <a:tailEnd type="none" w="med" len="med"/>
                    </a:lnB>
                    <a:noFill/>
                  </a:tcPr>
                </a:tc>
                <a:extLst>
                  <a:ext uri="{0D108BD9-81ED-4DB2-BD59-A6C34878D82A}">
                    <a16:rowId xmlns:a16="http://schemas.microsoft.com/office/drawing/2014/main" val="2033276828"/>
                  </a:ext>
                </a:extLst>
              </a:tr>
              <a:tr h="497270">
                <a:tc>
                  <a:txBody>
                    <a:bodyPr/>
                    <a:lstStyle/>
                    <a:p>
                      <a:pPr indent="127000">
                        <a:buNone/>
                      </a:pPr>
                      <a:r>
                        <a:rPr lang="en-US" sz="1100" b="1">
                          <a:effectLst/>
                          <a:latin typeface="Raleway" pitchFamily="2" charset="77"/>
                        </a:rPr>
                        <a:t>Foundation</a:t>
                      </a:r>
                      <a:endParaRPr lang="it-IT" sz="1600" b="1">
                        <a:effectLst/>
                        <a:latin typeface="Raleway" pitchFamily="2" charset="77"/>
                      </a:endParaRPr>
                    </a:p>
                  </a:txBody>
                  <a:tcPr marL="44450" marR="44450" marT="0" marB="0" anchor="ctr">
                    <a:lnL w="12700" cap="flat" cmpd="sng" algn="ctr">
                      <a:solidFill>
                        <a:srgbClr val="2067CE"/>
                      </a:solidFill>
                      <a:prstDash val="solid"/>
                      <a:round/>
                      <a:headEnd type="none" w="med" len="med"/>
                      <a:tailEnd type="none" w="med" len="med"/>
                    </a:lnL>
                    <a:lnR w="12700" cap="flat" cmpd="sng" algn="ctr">
                      <a:solidFill>
                        <a:srgbClr val="2067C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2067CE"/>
                      </a:solidFill>
                      <a:prstDash val="solid"/>
                      <a:round/>
                      <a:headEnd type="none" w="med" len="med"/>
                      <a:tailEnd type="none" w="med" len="med"/>
                    </a:lnB>
                    <a:noFill/>
                  </a:tcPr>
                </a:tc>
                <a:tc>
                  <a:txBody>
                    <a:bodyPr/>
                    <a:lstStyle/>
                    <a:p>
                      <a:pPr>
                        <a:buNone/>
                      </a:pPr>
                      <a:r>
                        <a:rPr lang="it-IT" sz="1000" dirty="0">
                          <a:effectLst/>
                          <a:latin typeface="Raleway" pitchFamily="2" charset="77"/>
                        </a:rPr>
                        <a:t>Integrazione della DEIA integrata nella vision, mission e strategia aziendale.</a:t>
                      </a:r>
                      <a:br>
                        <a:rPr lang="it-IT" sz="1000" dirty="0">
                          <a:effectLst/>
                          <a:latin typeface="Raleway" pitchFamily="2" charset="77"/>
                        </a:rPr>
                      </a:br>
                      <a:r>
                        <a:rPr lang="it-IT" sz="1000" dirty="0">
                          <a:effectLst/>
                          <a:latin typeface="Raleway" pitchFamily="2" charset="77"/>
                        </a:rPr>
                        <a:t>Valuta se l’impegno per diversità, equità, inclusione e accessibilità sia formalizzato in valori, policy, obiettivi e responsabilità.</a:t>
                      </a:r>
                      <a:endParaRPr lang="it-IT" sz="1200" dirty="0">
                        <a:effectLst/>
                        <a:latin typeface="Raleway" pitchFamily="2" charset="77"/>
                      </a:endParaRPr>
                    </a:p>
                  </a:txBody>
                  <a:tcPr marL="44450" marR="44450" marT="0" marB="0" anchor="ctr">
                    <a:lnL w="12700" cap="flat" cmpd="sng" algn="ctr">
                      <a:solidFill>
                        <a:srgbClr val="2067CE"/>
                      </a:solidFill>
                      <a:prstDash val="solid"/>
                      <a:round/>
                      <a:headEnd type="none" w="med" len="med"/>
                      <a:tailEnd type="none" w="med" len="med"/>
                    </a:lnL>
                    <a:lnR w="12700" cap="flat" cmpd="sng" algn="ctr">
                      <a:solidFill>
                        <a:srgbClr val="90FB18"/>
                      </a:solidFill>
                      <a:prstDash val="solid"/>
                      <a:round/>
                      <a:headEnd type="none" w="med" len="med"/>
                      <a:tailEnd type="none" w="med" len="med"/>
                    </a:lnR>
                    <a:lnT w="12700" cap="flat" cmpd="sng" algn="ctr">
                      <a:solidFill>
                        <a:srgbClr val="305BE0"/>
                      </a:solidFill>
                      <a:prstDash val="solid"/>
                      <a:round/>
                      <a:headEnd type="none" w="med" len="med"/>
                      <a:tailEnd type="none" w="med" len="med"/>
                    </a:lnT>
                    <a:lnB w="12700" cap="flat" cmpd="sng" algn="ctr">
                      <a:solidFill>
                        <a:srgbClr val="90FB18"/>
                      </a:solidFill>
                      <a:prstDash val="solid"/>
                      <a:round/>
                      <a:headEnd type="none" w="med" len="med"/>
                      <a:tailEnd type="none" w="med" len="med"/>
                    </a:lnB>
                    <a:noFill/>
                  </a:tcPr>
                </a:tc>
                <a:extLst>
                  <a:ext uri="{0D108BD9-81ED-4DB2-BD59-A6C34878D82A}">
                    <a16:rowId xmlns:a16="http://schemas.microsoft.com/office/drawing/2014/main" val="3013801408"/>
                  </a:ext>
                </a:extLst>
              </a:tr>
              <a:tr h="602461">
                <a:tc>
                  <a:txBody>
                    <a:bodyPr/>
                    <a:lstStyle/>
                    <a:p>
                      <a:pPr indent="127000">
                        <a:buNone/>
                      </a:pPr>
                      <a:r>
                        <a:rPr lang="en-US" sz="1100" b="1">
                          <a:effectLst/>
                          <a:highlight>
                            <a:srgbClr val="00FFFF"/>
                          </a:highlight>
                          <a:latin typeface="Raleway" pitchFamily="2" charset="77"/>
                        </a:rPr>
                        <a:t>Retention &amp; Onboarding</a:t>
                      </a:r>
                      <a:endParaRPr lang="it-IT" sz="1600" b="1">
                        <a:effectLst/>
                        <a:highlight>
                          <a:srgbClr val="00FFFF"/>
                        </a:highlight>
                        <a:latin typeface="Raleway" pitchFamily="2" charset="77"/>
                      </a:endParaRPr>
                    </a:p>
                  </a:txBody>
                  <a:tcPr marL="44450" marR="44450" marT="0" marB="0" anchor="ctr">
                    <a:lnL w="12700" cap="flat" cmpd="sng" algn="ctr">
                      <a:solidFill>
                        <a:srgbClr val="3061CE"/>
                      </a:solidFill>
                      <a:prstDash val="solid"/>
                      <a:round/>
                      <a:headEnd type="none" w="med" len="med"/>
                      <a:tailEnd type="none" w="med" len="med"/>
                    </a:lnL>
                    <a:lnR w="12700" cap="flat" cmpd="sng" algn="ctr">
                      <a:solidFill>
                        <a:srgbClr val="3061CE"/>
                      </a:solidFill>
                      <a:prstDash val="solid"/>
                      <a:round/>
                      <a:headEnd type="none" w="med" len="med"/>
                      <a:tailEnd type="none" w="med" len="med"/>
                    </a:lnR>
                    <a:lnT w="12700" cap="flat" cmpd="sng" algn="ctr">
                      <a:solidFill>
                        <a:srgbClr val="2067CE"/>
                      </a:solidFill>
                      <a:prstDash val="solid"/>
                      <a:round/>
                      <a:headEnd type="none" w="med" len="med"/>
                      <a:tailEnd type="none" w="med" len="med"/>
                    </a:lnT>
                    <a:lnB w="12700" cap="flat" cmpd="sng" algn="ctr">
                      <a:solidFill>
                        <a:srgbClr val="3061CE"/>
                      </a:solidFill>
                      <a:prstDash val="solid"/>
                      <a:round/>
                      <a:headEnd type="none" w="med" len="med"/>
                      <a:tailEnd type="none" w="med" len="med"/>
                    </a:lnB>
                    <a:noFill/>
                  </a:tcPr>
                </a:tc>
                <a:tc>
                  <a:txBody>
                    <a:bodyPr/>
                    <a:lstStyle/>
                    <a:p>
                      <a:pPr>
                        <a:buNone/>
                      </a:pPr>
                      <a:r>
                        <a:rPr lang="it-IT" sz="1000">
                          <a:effectLst/>
                          <a:highlight>
                            <a:srgbClr val="00FFFF"/>
                          </a:highlight>
                          <a:latin typeface="Raleway" pitchFamily="2" charset="77"/>
                        </a:rPr>
                        <a:t>Integrazione dei principi DEIA nei processi HR, con particolare attenzione alla selezione e all’onboarding.</a:t>
                      </a:r>
                      <a:endParaRPr lang="it-IT" sz="1200">
                        <a:effectLst/>
                        <a:highlight>
                          <a:srgbClr val="00FFFF"/>
                        </a:highlight>
                        <a:latin typeface="Raleway" pitchFamily="2" charset="77"/>
                      </a:endParaRPr>
                    </a:p>
                    <a:p>
                      <a:pPr>
                        <a:buNone/>
                      </a:pPr>
                      <a:r>
                        <a:rPr lang="it-IT" sz="1000">
                          <a:effectLst/>
                          <a:highlight>
                            <a:srgbClr val="00FFFF"/>
                          </a:highlight>
                          <a:latin typeface="Raleway" pitchFamily="2" charset="77"/>
                        </a:rPr>
                        <a:t>Valuta se l’organizzazione adotti pratiche eque, inclusive e misurabili per attrarre, valorizzare e trattenere talenti diversi, garantendo percorsi di crescita equi e riducendo bias e discriminazioni</a:t>
                      </a:r>
                      <a:r>
                        <a:rPr lang="it-IT" sz="1100">
                          <a:effectLst/>
                          <a:highlight>
                            <a:srgbClr val="00FFFF"/>
                          </a:highlight>
                          <a:latin typeface="Raleway" pitchFamily="2" charset="77"/>
                        </a:rPr>
                        <a:t> nei processi HR</a:t>
                      </a:r>
                      <a:r>
                        <a:rPr lang="it-IT" sz="1000">
                          <a:effectLst/>
                          <a:highlight>
                            <a:srgbClr val="00FFFF"/>
                          </a:highlight>
                          <a:latin typeface="Raleway" pitchFamily="2" charset="77"/>
                        </a:rPr>
                        <a:t>.</a:t>
                      </a:r>
                      <a:endParaRPr lang="it-IT" sz="1200">
                        <a:effectLst/>
                        <a:highlight>
                          <a:srgbClr val="00FFFF"/>
                        </a:highlight>
                        <a:latin typeface="Raleway" pitchFamily="2" charset="77"/>
                      </a:endParaRPr>
                    </a:p>
                  </a:txBody>
                  <a:tcPr marL="44450" marR="44450" marT="0" marB="0" anchor="ctr">
                    <a:lnL w="12700" cap="flat" cmpd="sng" algn="ctr">
                      <a:solidFill>
                        <a:srgbClr val="3061CE"/>
                      </a:solidFill>
                      <a:prstDash val="solid"/>
                      <a:round/>
                      <a:headEnd type="none" w="med" len="med"/>
                      <a:tailEnd type="none" w="med" len="med"/>
                    </a:lnL>
                    <a:lnR w="12700" cap="flat" cmpd="sng" algn="ctr">
                      <a:solidFill>
                        <a:srgbClr val="10EA18"/>
                      </a:solidFill>
                      <a:prstDash val="solid"/>
                      <a:round/>
                      <a:headEnd type="none" w="med" len="med"/>
                      <a:tailEnd type="none" w="med" len="med"/>
                    </a:lnR>
                    <a:lnT w="12700" cap="flat" cmpd="sng" algn="ctr">
                      <a:solidFill>
                        <a:srgbClr val="90FB18"/>
                      </a:solidFill>
                      <a:prstDash val="solid"/>
                      <a:round/>
                      <a:headEnd type="none" w="med" len="med"/>
                      <a:tailEnd type="none" w="med" len="med"/>
                    </a:lnT>
                    <a:lnB w="12700" cap="flat" cmpd="sng" algn="ctr">
                      <a:solidFill>
                        <a:srgbClr val="10EA18"/>
                      </a:solidFill>
                      <a:prstDash val="solid"/>
                      <a:round/>
                      <a:headEnd type="none" w="med" len="med"/>
                      <a:tailEnd type="none" w="med" len="med"/>
                    </a:lnB>
                    <a:noFill/>
                  </a:tcPr>
                </a:tc>
                <a:extLst>
                  <a:ext uri="{0D108BD9-81ED-4DB2-BD59-A6C34878D82A}">
                    <a16:rowId xmlns:a16="http://schemas.microsoft.com/office/drawing/2014/main" val="3582044571"/>
                  </a:ext>
                </a:extLst>
              </a:tr>
              <a:tr h="411204">
                <a:tc>
                  <a:txBody>
                    <a:bodyPr/>
                    <a:lstStyle/>
                    <a:p>
                      <a:pPr indent="127000">
                        <a:buNone/>
                      </a:pPr>
                      <a:r>
                        <a:rPr lang="en-US" sz="1100" b="1">
                          <a:effectLst/>
                          <a:latin typeface="Raleway" pitchFamily="2" charset="77"/>
                        </a:rPr>
                        <a:t>Employment </a:t>
                      </a:r>
                      <a:endParaRPr lang="it-IT" sz="1600" b="1">
                        <a:effectLst/>
                        <a:latin typeface="Raleway" pitchFamily="2" charset="77"/>
                      </a:endParaRPr>
                    </a:p>
                  </a:txBody>
                  <a:tcPr marL="44450" marR="44450" marT="0" marB="0" anchor="ctr">
                    <a:lnL w="12700" cap="flat" cmpd="sng" algn="ctr">
                      <a:solidFill>
                        <a:srgbClr val="F06ECE"/>
                      </a:solidFill>
                      <a:prstDash val="solid"/>
                      <a:round/>
                      <a:headEnd type="none" w="med" len="med"/>
                      <a:tailEnd type="none" w="med" len="med"/>
                    </a:lnL>
                    <a:lnR w="12700" cap="flat" cmpd="sng" algn="ctr">
                      <a:solidFill>
                        <a:srgbClr val="F06ECE"/>
                      </a:solidFill>
                      <a:prstDash val="solid"/>
                      <a:round/>
                      <a:headEnd type="none" w="med" len="med"/>
                      <a:tailEnd type="none" w="med" len="med"/>
                    </a:lnR>
                    <a:lnT w="12700" cap="flat" cmpd="sng" algn="ctr">
                      <a:solidFill>
                        <a:srgbClr val="3061CE"/>
                      </a:solidFill>
                      <a:prstDash val="solid"/>
                      <a:round/>
                      <a:headEnd type="none" w="med" len="med"/>
                      <a:tailEnd type="none" w="med" len="med"/>
                    </a:lnT>
                    <a:lnB w="12700" cap="flat" cmpd="sng" algn="ctr">
                      <a:solidFill>
                        <a:srgbClr val="F06ECE"/>
                      </a:solidFill>
                      <a:prstDash val="solid"/>
                      <a:round/>
                      <a:headEnd type="none" w="med" len="med"/>
                      <a:tailEnd type="none" w="med" len="med"/>
                    </a:lnB>
                    <a:noFill/>
                  </a:tcPr>
                </a:tc>
                <a:tc>
                  <a:txBody>
                    <a:bodyPr/>
                    <a:lstStyle/>
                    <a:p>
                      <a:pPr>
                        <a:buNone/>
                      </a:pPr>
                      <a:r>
                        <a:rPr lang="it-IT" sz="1000" dirty="0">
                          <a:effectLst/>
                          <a:latin typeface="Raleway" pitchFamily="2" charset="77"/>
                        </a:rPr>
                        <a:t>Condizioni di lavoro e opportunità offerte alla popolazione aziendale lungo l’intero ciclo occupazionale.</a:t>
                      </a:r>
                      <a:endParaRPr lang="it-IT" sz="1200" dirty="0">
                        <a:effectLst/>
                        <a:latin typeface="Raleway" pitchFamily="2" charset="77"/>
                      </a:endParaRPr>
                    </a:p>
                    <a:p>
                      <a:pPr>
                        <a:buNone/>
                      </a:pPr>
                      <a:r>
                        <a:rPr lang="it-IT" sz="1000" dirty="0">
                          <a:effectLst/>
                          <a:latin typeface="Raleway" pitchFamily="2" charset="77"/>
                        </a:rPr>
                        <a:t>Considera se l’azienda garantisce pari opportunità, rappresentanza dei gruppi sottorappresentati, inclusione culturale e accessibilità.</a:t>
                      </a:r>
                      <a:endParaRPr lang="it-IT" sz="1200" dirty="0">
                        <a:effectLst/>
                        <a:latin typeface="Raleway" pitchFamily="2" charset="77"/>
                      </a:endParaRPr>
                    </a:p>
                  </a:txBody>
                  <a:tcPr marL="44450" marR="44450" marT="0" marB="0" anchor="ctr">
                    <a:lnL w="12700" cap="flat" cmpd="sng" algn="ctr">
                      <a:solidFill>
                        <a:srgbClr val="F06ECE"/>
                      </a:solidFill>
                      <a:prstDash val="solid"/>
                      <a:round/>
                      <a:headEnd type="none" w="med" len="med"/>
                      <a:tailEnd type="none" w="med" len="med"/>
                    </a:lnL>
                    <a:lnR w="12700" cap="flat" cmpd="sng" algn="ctr">
                      <a:solidFill>
                        <a:srgbClr val="50EF18"/>
                      </a:solidFill>
                      <a:prstDash val="solid"/>
                      <a:round/>
                      <a:headEnd type="none" w="med" len="med"/>
                      <a:tailEnd type="none" w="med" len="med"/>
                    </a:lnR>
                    <a:lnT w="12700" cap="flat" cmpd="sng" algn="ctr">
                      <a:solidFill>
                        <a:srgbClr val="10EA18"/>
                      </a:solidFill>
                      <a:prstDash val="solid"/>
                      <a:round/>
                      <a:headEnd type="none" w="med" len="med"/>
                      <a:tailEnd type="none" w="med" len="med"/>
                    </a:lnT>
                    <a:lnB w="12700" cap="flat" cmpd="sng" algn="ctr">
                      <a:solidFill>
                        <a:srgbClr val="50EF18"/>
                      </a:solidFill>
                      <a:prstDash val="solid"/>
                      <a:round/>
                      <a:headEnd type="none" w="med" len="med"/>
                      <a:tailEnd type="none" w="med" len="med"/>
                    </a:lnB>
                    <a:noFill/>
                  </a:tcPr>
                </a:tc>
                <a:extLst>
                  <a:ext uri="{0D108BD9-81ED-4DB2-BD59-A6C34878D82A}">
                    <a16:rowId xmlns:a16="http://schemas.microsoft.com/office/drawing/2014/main" val="928679500"/>
                  </a:ext>
                </a:extLst>
              </a:tr>
              <a:tr h="439892">
                <a:tc>
                  <a:txBody>
                    <a:bodyPr/>
                    <a:lstStyle/>
                    <a:p>
                      <a:pPr indent="127000">
                        <a:buNone/>
                      </a:pPr>
                      <a:r>
                        <a:rPr lang="en-US" sz="1100" b="1">
                          <a:effectLst/>
                          <a:latin typeface="Raleway" pitchFamily="2" charset="77"/>
                        </a:rPr>
                        <a:t>Employees engagement</a:t>
                      </a:r>
                      <a:endParaRPr lang="it-IT" sz="1600" b="1">
                        <a:effectLst/>
                        <a:latin typeface="Raleway" pitchFamily="2" charset="77"/>
                      </a:endParaRPr>
                    </a:p>
                  </a:txBody>
                  <a:tcPr marL="44450" marR="44450" marT="0" marB="0" anchor="ctr">
                    <a:lnL w="12700" cap="flat" cmpd="sng" algn="ctr">
                      <a:solidFill>
                        <a:srgbClr val="0073CE"/>
                      </a:solidFill>
                      <a:prstDash val="solid"/>
                      <a:round/>
                      <a:headEnd type="none" w="med" len="med"/>
                      <a:tailEnd type="none" w="med" len="med"/>
                    </a:lnL>
                    <a:lnR w="12700" cap="flat" cmpd="sng" algn="ctr">
                      <a:solidFill>
                        <a:srgbClr val="0073CE"/>
                      </a:solidFill>
                      <a:prstDash val="solid"/>
                      <a:round/>
                      <a:headEnd type="none" w="med" len="med"/>
                      <a:tailEnd type="none" w="med" len="med"/>
                    </a:lnR>
                    <a:lnT w="12700" cap="flat" cmpd="sng" algn="ctr">
                      <a:solidFill>
                        <a:srgbClr val="F06ECE"/>
                      </a:solidFill>
                      <a:prstDash val="solid"/>
                      <a:round/>
                      <a:headEnd type="none" w="med" len="med"/>
                      <a:tailEnd type="none" w="med" len="med"/>
                    </a:lnT>
                    <a:lnB w="12700" cap="flat" cmpd="sng" algn="ctr">
                      <a:solidFill>
                        <a:srgbClr val="0073CE"/>
                      </a:solidFill>
                      <a:prstDash val="solid"/>
                      <a:round/>
                      <a:headEnd type="none" w="med" len="med"/>
                      <a:tailEnd type="none" w="med" len="med"/>
                    </a:lnB>
                    <a:noFill/>
                  </a:tcPr>
                </a:tc>
                <a:tc>
                  <a:txBody>
                    <a:bodyPr/>
                    <a:lstStyle/>
                    <a:p>
                      <a:pPr>
                        <a:buNone/>
                      </a:pPr>
                      <a:r>
                        <a:rPr lang="it-IT" sz="1000" dirty="0">
                          <a:effectLst/>
                          <a:latin typeface="Raleway" pitchFamily="2" charset="77"/>
                        </a:rPr>
                        <a:t>Sviluppo e incentivazione della partecipazione attiva e il coinvolgimento del personale dipendente, promuovendo una cultura aziendale basata su ascolto, collaborazione e senso di appartenenza.</a:t>
                      </a:r>
                      <a:endParaRPr lang="it-IT" sz="1200" dirty="0">
                        <a:effectLst/>
                        <a:latin typeface="Raleway" pitchFamily="2" charset="77"/>
                      </a:endParaRPr>
                    </a:p>
                  </a:txBody>
                  <a:tcPr marL="44450" marR="44450" marT="0" marB="0" anchor="ctr">
                    <a:lnL w="12700" cap="flat" cmpd="sng" algn="ctr">
                      <a:solidFill>
                        <a:srgbClr val="0073CE"/>
                      </a:solidFill>
                      <a:prstDash val="solid"/>
                      <a:round/>
                      <a:headEnd type="none" w="med" len="med"/>
                      <a:tailEnd type="none" w="med" len="med"/>
                    </a:lnL>
                    <a:lnR w="12700" cap="flat" cmpd="sng" algn="ctr">
                      <a:solidFill>
                        <a:srgbClr val="60F918"/>
                      </a:solidFill>
                      <a:prstDash val="solid"/>
                      <a:round/>
                      <a:headEnd type="none" w="med" len="med"/>
                      <a:tailEnd type="none" w="med" len="med"/>
                    </a:lnR>
                    <a:lnT w="12700" cap="flat" cmpd="sng" algn="ctr">
                      <a:solidFill>
                        <a:srgbClr val="50EF18"/>
                      </a:solidFill>
                      <a:prstDash val="solid"/>
                      <a:round/>
                      <a:headEnd type="none" w="med" len="med"/>
                      <a:tailEnd type="none" w="med" len="med"/>
                    </a:lnT>
                    <a:lnB w="12700" cap="flat" cmpd="sng" algn="ctr">
                      <a:solidFill>
                        <a:srgbClr val="60F918"/>
                      </a:solidFill>
                      <a:prstDash val="solid"/>
                      <a:round/>
                      <a:headEnd type="none" w="med" len="med"/>
                      <a:tailEnd type="none" w="med" len="med"/>
                    </a:lnB>
                    <a:noFill/>
                  </a:tcPr>
                </a:tc>
                <a:extLst>
                  <a:ext uri="{0D108BD9-81ED-4DB2-BD59-A6C34878D82A}">
                    <a16:rowId xmlns:a16="http://schemas.microsoft.com/office/drawing/2014/main" val="2554207387"/>
                  </a:ext>
                </a:extLst>
              </a:tr>
              <a:tr h="468581">
                <a:tc>
                  <a:txBody>
                    <a:bodyPr/>
                    <a:lstStyle/>
                    <a:p>
                      <a:pPr indent="127000">
                        <a:buNone/>
                      </a:pPr>
                      <a:r>
                        <a:rPr lang="en-US" sz="1100" b="1">
                          <a:effectLst/>
                          <a:latin typeface="Raleway" pitchFamily="2" charset="77"/>
                        </a:rPr>
                        <a:t>Education &amp; training </a:t>
                      </a:r>
                      <a:endParaRPr lang="it-IT" sz="1600" b="1">
                        <a:effectLst/>
                        <a:latin typeface="Raleway" pitchFamily="2" charset="77"/>
                      </a:endParaRPr>
                    </a:p>
                  </a:txBody>
                  <a:tcPr marL="44450" marR="44450" marT="0" marB="0" anchor="ctr">
                    <a:lnL w="12700" cap="flat" cmpd="sng" algn="ctr">
                      <a:solidFill>
                        <a:srgbClr val="C062CE"/>
                      </a:solidFill>
                      <a:prstDash val="solid"/>
                      <a:round/>
                      <a:headEnd type="none" w="med" len="med"/>
                      <a:tailEnd type="none" w="med" len="med"/>
                    </a:lnL>
                    <a:lnR w="12700" cap="flat" cmpd="sng" algn="ctr">
                      <a:solidFill>
                        <a:srgbClr val="C062CE"/>
                      </a:solidFill>
                      <a:prstDash val="solid"/>
                      <a:round/>
                      <a:headEnd type="none" w="med" len="med"/>
                      <a:tailEnd type="none" w="med" len="med"/>
                    </a:lnR>
                    <a:lnT w="12700" cap="flat" cmpd="sng" algn="ctr">
                      <a:solidFill>
                        <a:srgbClr val="0073CE"/>
                      </a:solidFill>
                      <a:prstDash val="solid"/>
                      <a:round/>
                      <a:headEnd type="none" w="med" len="med"/>
                      <a:tailEnd type="none" w="med" len="med"/>
                    </a:lnT>
                    <a:lnB w="12700" cap="flat" cmpd="sng" algn="ctr">
                      <a:solidFill>
                        <a:srgbClr val="C062CE"/>
                      </a:solidFill>
                      <a:prstDash val="solid"/>
                      <a:round/>
                      <a:headEnd type="none" w="med" len="med"/>
                      <a:tailEnd type="none" w="med" len="med"/>
                    </a:lnB>
                    <a:noFill/>
                  </a:tcPr>
                </a:tc>
                <a:tc>
                  <a:txBody>
                    <a:bodyPr/>
                    <a:lstStyle/>
                    <a:p>
                      <a:pPr>
                        <a:buNone/>
                      </a:pPr>
                      <a:r>
                        <a:rPr lang="it-IT" sz="1000" dirty="0">
                          <a:effectLst/>
                          <a:latin typeface="Raleway" pitchFamily="2" charset="77"/>
                        </a:rPr>
                        <a:t>Promozione e sviluppo continuo delle competenze della popolazione dipendente, attraverso programmi di formazione e aggiornamento professionale, per favorire crescita personale e successo aziendale.</a:t>
                      </a:r>
                      <a:endParaRPr lang="it-IT" sz="1200" dirty="0">
                        <a:effectLst/>
                        <a:latin typeface="Raleway" pitchFamily="2" charset="77"/>
                      </a:endParaRPr>
                    </a:p>
                  </a:txBody>
                  <a:tcPr marL="44450" marR="44450" marT="0" marB="0" anchor="ctr">
                    <a:lnL w="12700" cap="flat" cmpd="sng" algn="ctr">
                      <a:solidFill>
                        <a:srgbClr val="C062CE"/>
                      </a:solidFill>
                      <a:prstDash val="solid"/>
                      <a:round/>
                      <a:headEnd type="none" w="med" len="med"/>
                      <a:tailEnd type="none" w="med" len="med"/>
                    </a:lnL>
                    <a:lnR w="12700" cap="flat" cmpd="sng" algn="ctr">
                      <a:solidFill>
                        <a:srgbClr val="80FF18"/>
                      </a:solidFill>
                      <a:prstDash val="solid"/>
                      <a:round/>
                      <a:headEnd type="none" w="med" len="med"/>
                      <a:tailEnd type="none" w="med" len="med"/>
                    </a:lnR>
                    <a:lnT w="12700" cap="flat" cmpd="sng" algn="ctr">
                      <a:solidFill>
                        <a:srgbClr val="60F918"/>
                      </a:solidFill>
                      <a:prstDash val="solid"/>
                      <a:round/>
                      <a:headEnd type="none" w="med" len="med"/>
                      <a:tailEnd type="none" w="med" len="med"/>
                    </a:lnT>
                    <a:lnB w="12700" cap="flat" cmpd="sng" algn="ctr">
                      <a:solidFill>
                        <a:srgbClr val="80FF18"/>
                      </a:solidFill>
                      <a:prstDash val="solid"/>
                      <a:round/>
                      <a:headEnd type="none" w="med" len="med"/>
                      <a:tailEnd type="none" w="med" len="med"/>
                    </a:lnB>
                    <a:noFill/>
                  </a:tcPr>
                </a:tc>
                <a:extLst>
                  <a:ext uri="{0D108BD9-81ED-4DB2-BD59-A6C34878D82A}">
                    <a16:rowId xmlns:a16="http://schemas.microsoft.com/office/drawing/2014/main" val="1596108068"/>
                  </a:ext>
                </a:extLst>
              </a:tr>
              <a:tr h="411204">
                <a:tc>
                  <a:txBody>
                    <a:bodyPr/>
                    <a:lstStyle/>
                    <a:p>
                      <a:pPr indent="127000">
                        <a:buNone/>
                      </a:pPr>
                      <a:r>
                        <a:rPr lang="en-US" sz="1100" b="1">
                          <a:effectLst/>
                          <a:latin typeface="Raleway" pitchFamily="2" charset="77"/>
                        </a:rPr>
                        <a:t>Non-discrimination</a:t>
                      </a:r>
                      <a:endParaRPr lang="it-IT" sz="1600" b="1">
                        <a:effectLst/>
                        <a:latin typeface="Raleway" pitchFamily="2" charset="77"/>
                      </a:endParaRPr>
                    </a:p>
                  </a:txBody>
                  <a:tcPr marL="44450" marR="44450" marT="0" marB="0" anchor="ctr">
                    <a:lnL w="12700" cap="flat" cmpd="sng" algn="ctr">
                      <a:solidFill>
                        <a:srgbClr val="B063CE"/>
                      </a:solidFill>
                      <a:prstDash val="solid"/>
                      <a:round/>
                      <a:headEnd type="none" w="med" len="med"/>
                      <a:tailEnd type="none" w="med" len="med"/>
                    </a:lnL>
                    <a:lnR w="12700" cap="flat" cmpd="sng" algn="ctr">
                      <a:solidFill>
                        <a:srgbClr val="B063CE"/>
                      </a:solidFill>
                      <a:prstDash val="solid"/>
                      <a:round/>
                      <a:headEnd type="none" w="med" len="med"/>
                      <a:tailEnd type="none" w="med" len="med"/>
                    </a:lnR>
                    <a:lnT w="12700" cap="flat" cmpd="sng" algn="ctr">
                      <a:solidFill>
                        <a:srgbClr val="C062CE"/>
                      </a:solidFill>
                      <a:prstDash val="solid"/>
                      <a:round/>
                      <a:headEnd type="none" w="med" len="med"/>
                      <a:tailEnd type="none" w="med" len="med"/>
                    </a:lnT>
                    <a:lnB w="12700" cap="flat" cmpd="sng" algn="ctr">
                      <a:solidFill>
                        <a:srgbClr val="B063CE"/>
                      </a:solidFill>
                      <a:prstDash val="solid"/>
                      <a:round/>
                      <a:headEnd type="none" w="med" len="med"/>
                      <a:tailEnd type="none" w="med" len="med"/>
                    </a:lnB>
                    <a:noFill/>
                  </a:tcPr>
                </a:tc>
                <a:tc>
                  <a:txBody>
                    <a:bodyPr/>
                    <a:lstStyle/>
                    <a:p>
                      <a:pPr>
                        <a:buNone/>
                      </a:pPr>
                      <a:r>
                        <a:rPr lang="it-IT" sz="1000">
                          <a:effectLst/>
                          <a:latin typeface="Raleway" pitchFamily="2" charset="77"/>
                        </a:rPr>
                        <a:t>Creazione di un ambiente di lavoro inclusivo in cui ogni persona è valorizzata e rispettata, senza discriminazioni di genere, etnia, età, orientamento sessuale, disabilità o credo.</a:t>
                      </a:r>
                      <a:endParaRPr lang="it-IT" sz="1200">
                        <a:effectLst/>
                        <a:latin typeface="Raleway" pitchFamily="2" charset="77"/>
                      </a:endParaRPr>
                    </a:p>
                  </a:txBody>
                  <a:tcPr marL="44450" marR="44450" marT="0" marB="0" anchor="ctr">
                    <a:lnL w="12700" cap="flat" cmpd="sng" algn="ctr">
                      <a:solidFill>
                        <a:srgbClr val="B063CE"/>
                      </a:solidFill>
                      <a:prstDash val="solid"/>
                      <a:round/>
                      <a:headEnd type="none" w="med" len="med"/>
                      <a:tailEnd type="none" w="med" len="med"/>
                    </a:lnL>
                    <a:lnR w="12700" cap="flat" cmpd="sng" algn="ctr">
                      <a:solidFill>
                        <a:srgbClr val="30F718"/>
                      </a:solidFill>
                      <a:prstDash val="solid"/>
                      <a:round/>
                      <a:headEnd type="none" w="med" len="med"/>
                      <a:tailEnd type="none" w="med" len="med"/>
                    </a:lnR>
                    <a:lnT w="12700" cap="flat" cmpd="sng" algn="ctr">
                      <a:solidFill>
                        <a:srgbClr val="80FF18"/>
                      </a:solidFill>
                      <a:prstDash val="solid"/>
                      <a:round/>
                      <a:headEnd type="none" w="med" len="med"/>
                      <a:tailEnd type="none" w="med" len="med"/>
                    </a:lnT>
                    <a:lnB w="12700" cap="flat" cmpd="sng" algn="ctr">
                      <a:solidFill>
                        <a:srgbClr val="30F718"/>
                      </a:solidFill>
                      <a:prstDash val="solid"/>
                      <a:round/>
                      <a:headEnd type="none" w="med" len="med"/>
                      <a:tailEnd type="none" w="med" len="med"/>
                    </a:lnB>
                    <a:noFill/>
                  </a:tcPr>
                </a:tc>
                <a:extLst>
                  <a:ext uri="{0D108BD9-81ED-4DB2-BD59-A6C34878D82A}">
                    <a16:rowId xmlns:a16="http://schemas.microsoft.com/office/drawing/2014/main" val="1290122713"/>
                  </a:ext>
                </a:extLst>
              </a:tr>
              <a:tr h="439892">
                <a:tc>
                  <a:txBody>
                    <a:bodyPr/>
                    <a:lstStyle/>
                    <a:p>
                      <a:pPr indent="127000">
                        <a:buNone/>
                      </a:pPr>
                      <a:r>
                        <a:rPr lang="en-US" sz="1100" b="1">
                          <a:effectLst/>
                          <a:latin typeface="Raleway" pitchFamily="2" charset="77"/>
                        </a:rPr>
                        <a:t>Monitoring</a:t>
                      </a:r>
                      <a:endParaRPr lang="it-IT" sz="1600" b="1">
                        <a:effectLst/>
                        <a:latin typeface="Raleway" pitchFamily="2" charset="77"/>
                      </a:endParaRPr>
                    </a:p>
                  </a:txBody>
                  <a:tcPr marL="44450" marR="44450" marT="0" marB="0" anchor="ctr">
                    <a:lnL w="12700" cap="flat" cmpd="sng" algn="ctr">
                      <a:solidFill>
                        <a:srgbClr val="5069CE"/>
                      </a:solidFill>
                      <a:prstDash val="solid"/>
                      <a:round/>
                      <a:headEnd type="none" w="med" len="med"/>
                      <a:tailEnd type="none" w="med" len="med"/>
                    </a:lnL>
                    <a:lnR w="12700" cap="flat" cmpd="sng" algn="ctr">
                      <a:solidFill>
                        <a:srgbClr val="5069CE"/>
                      </a:solidFill>
                      <a:prstDash val="solid"/>
                      <a:round/>
                      <a:headEnd type="none" w="med" len="med"/>
                      <a:tailEnd type="none" w="med" len="med"/>
                    </a:lnR>
                    <a:lnT w="12700" cap="flat" cmpd="sng" algn="ctr">
                      <a:solidFill>
                        <a:srgbClr val="B063CE"/>
                      </a:solidFill>
                      <a:prstDash val="solid"/>
                      <a:round/>
                      <a:headEnd type="none" w="med" len="med"/>
                      <a:tailEnd type="none" w="med" len="med"/>
                    </a:lnT>
                    <a:lnB w="12700" cap="flat" cmpd="sng" algn="ctr">
                      <a:solidFill>
                        <a:srgbClr val="5069CE"/>
                      </a:solidFill>
                      <a:prstDash val="solid"/>
                      <a:round/>
                      <a:headEnd type="none" w="med" len="med"/>
                      <a:tailEnd type="none" w="med" len="med"/>
                    </a:lnB>
                    <a:noFill/>
                  </a:tcPr>
                </a:tc>
                <a:tc>
                  <a:txBody>
                    <a:bodyPr/>
                    <a:lstStyle/>
                    <a:p>
                      <a:pPr>
                        <a:buNone/>
                      </a:pPr>
                      <a:r>
                        <a:rPr lang="it-IT" sz="1000" dirty="0">
                          <a:effectLst/>
                          <a:latin typeface="Raleway" pitchFamily="2" charset="77"/>
                        </a:rPr>
                        <a:t>Capacità dell’organizzazione di monitorare, misurare e valutare nel tempo le iniziative DEIA attraverso dati, KPI, survey, audit e processi di reporting. Serve a verificare se gli impegni dichiarati su DEIA producono risultati concreti e miglioramenti misurabili.</a:t>
                      </a:r>
                      <a:endParaRPr lang="it-IT" sz="1200" dirty="0">
                        <a:effectLst/>
                        <a:latin typeface="Raleway" pitchFamily="2" charset="77"/>
                      </a:endParaRPr>
                    </a:p>
                  </a:txBody>
                  <a:tcPr marL="44450" marR="44450" marT="0" marB="0" anchor="ctr">
                    <a:lnL w="12700" cap="flat" cmpd="sng" algn="ctr">
                      <a:solidFill>
                        <a:srgbClr val="5069CE"/>
                      </a:solidFill>
                      <a:prstDash val="solid"/>
                      <a:round/>
                      <a:headEnd type="none" w="med" len="med"/>
                      <a:tailEnd type="none" w="med" len="med"/>
                    </a:lnL>
                    <a:lnR w="12700" cap="flat" cmpd="sng" algn="ctr">
                      <a:solidFill>
                        <a:srgbClr val="70FC18"/>
                      </a:solidFill>
                      <a:prstDash val="solid"/>
                      <a:round/>
                      <a:headEnd type="none" w="med" len="med"/>
                      <a:tailEnd type="none" w="med" len="med"/>
                    </a:lnR>
                    <a:lnT w="12700" cap="flat" cmpd="sng" algn="ctr">
                      <a:solidFill>
                        <a:srgbClr val="30F718"/>
                      </a:solidFill>
                      <a:prstDash val="solid"/>
                      <a:round/>
                      <a:headEnd type="none" w="med" len="med"/>
                      <a:tailEnd type="none" w="med" len="med"/>
                    </a:lnT>
                    <a:lnB w="12700" cap="flat" cmpd="sng" algn="ctr">
                      <a:solidFill>
                        <a:srgbClr val="70FC18"/>
                      </a:solidFill>
                      <a:prstDash val="solid"/>
                      <a:round/>
                      <a:headEnd type="none" w="med" len="med"/>
                      <a:tailEnd type="none" w="med" len="med"/>
                    </a:lnB>
                    <a:noFill/>
                  </a:tcPr>
                </a:tc>
                <a:extLst>
                  <a:ext uri="{0D108BD9-81ED-4DB2-BD59-A6C34878D82A}">
                    <a16:rowId xmlns:a16="http://schemas.microsoft.com/office/drawing/2014/main" val="3469727954"/>
                  </a:ext>
                </a:extLst>
              </a:tr>
              <a:tr h="439892">
                <a:tc>
                  <a:txBody>
                    <a:bodyPr/>
                    <a:lstStyle/>
                    <a:p>
                      <a:pPr indent="127000">
                        <a:buNone/>
                      </a:pPr>
                      <a:r>
                        <a:rPr lang="en-US" sz="1100" b="1">
                          <a:effectLst/>
                          <a:latin typeface="Raleway" pitchFamily="2" charset="77"/>
                        </a:rPr>
                        <a:t>Supply chain diversity</a:t>
                      </a:r>
                      <a:endParaRPr lang="it-IT" sz="1600" b="1">
                        <a:effectLst/>
                        <a:latin typeface="Raleway" pitchFamily="2" charset="77"/>
                      </a:endParaRPr>
                    </a:p>
                  </a:txBody>
                  <a:tcPr marL="44450" marR="44450" marT="0" marB="0" anchor="ctr">
                    <a:lnL w="12700" cap="flat" cmpd="sng" algn="ctr">
                      <a:solidFill>
                        <a:srgbClr val="8075CE"/>
                      </a:solidFill>
                      <a:prstDash val="solid"/>
                      <a:round/>
                      <a:headEnd type="none" w="med" len="med"/>
                      <a:tailEnd type="none" w="med" len="med"/>
                    </a:lnL>
                    <a:lnR w="12700" cap="flat" cmpd="sng" algn="ctr">
                      <a:solidFill>
                        <a:srgbClr val="8075CE"/>
                      </a:solidFill>
                      <a:prstDash val="solid"/>
                      <a:round/>
                      <a:headEnd type="none" w="med" len="med"/>
                      <a:tailEnd type="none" w="med" len="med"/>
                    </a:lnR>
                    <a:lnT w="12700" cap="flat" cmpd="sng" algn="ctr">
                      <a:solidFill>
                        <a:srgbClr val="5069CE"/>
                      </a:solidFill>
                      <a:prstDash val="solid"/>
                      <a:round/>
                      <a:headEnd type="none" w="med" len="med"/>
                      <a:tailEnd type="none" w="med" len="med"/>
                    </a:lnT>
                    <a:lnB w="12700" cap="flat" cmpd="sng" algn="ctr">
                      <a:solidFill>
                        <a:srgbClr val="8075CE"/>
                      </a:solidFill>
                      <a:prstDash val="solid"/>
                      <a:round/>
                      <a:headEnd type="none" w="med" len="med"/>
                      <a:tailEnd type="none" w="med" len="med"/>
                    </a:lnB>
                    <a:noFill/>
                  </a:tcPr>
                </a:tc>
                <a:tc>
                  <a:txBody>
                    <a:bodyPr/>
                    <a:lstStyle/>
                    <a:p>
                      <a:pPr>
                        <a:buNone/>
                      </a:pPr>
                      <a:r>
                        <a:rPr lang="it-IT" sz="1000">
                          <a:effectLst/>
                          <a:latin typeface="Raleway" pitchFamily="2" charset="77"/>
                        </a:rPr>
                        <a:t>Collaborazione con fornitori eterogenei per promuovere l’inclusione e sostenere comunità imprenditoriali diverse, contribuendo a una catena del valore più equa e sostenibile.</a:t>
                      </a:r>
                      <a:endParaRPr lang="it-IT" sz="1200">
                        <a:effectLst/>
                        <a:latin typeface="Raleway" pitchFamily="2" charset="77"/>
                      </a:endParaRPr>
                    </a:p>
                  </a:txBody>
                  <a:tcPr marL="44450" marR="44450" marT="0" marB="0" anchor="ctr">
                    <a:lnL w="12700" cap="flat" cmpd="sng" algn="ctr">
                      <a:solidFill>
                        <a:srgbClr val="8075CE"/>
                      </a:solidFill>
                      <a:prstDash val="solid"/>
                      <a:round/>
                      <a:headEnd type="none" w="med" len="med"/>
                      <a:tailEnd type="none" w="med" len="med"/>
                    </a:lnL>
                    <a:lnR w="12700" cap="flat" cmpd="sng" algn="ctr">
                      <a:solidFill>
                        <a:srgbClr val="B0F318"/>
                      </a:solidFill>
                      <a:prstDash val="solid"/>
                      <a:round/>
                      <a:headEnd type="none" w="med" len="med"/>
                      <a:tailEnd type="none" w="med" len="med"/>
                    </a:lnR>
                    <a:lnT w="12700" cap="flat" cmpd="sng" algn="ctr">
                      <a:solidFill>
                        <a:srgbClr val="70FC18"/>
                      </a:solidFill>
                      <a:prstDash val="solid"/>
                      <a:round/>
                      <a:headEnd type="none" w="med" len="med"/>
                      <a:tailEnd type="none" w="med" len="med"/>
                    </a:lnT>
                    <a:lnB w="12700" cap="flat" cmpd="sng" algn="ctr">
                      <a:solidFill>
                        <a:srgbClr val="B0F318"/>
                      </a:solidFill>
                      <a:prstDash val="solid"/>
                      <a:round/>
                      <a:headEnd type="none" w="med" len="med"/>
                      <a:tailEnd type="none" w="med" len="med"/>
                    </a:lnB>
                    <a:noFill/>
                  </a:tcPr>
                </a:tc>
                <a:extLst>
                  <a:ext uri="{0D108BD9-81ED-4DB2-BD59-A6C34878D82A}">
                    <a16:rowId xmlns:a16="http://schemas.microsoft.com/office/drawing/2014/main" val="1113043121"/>
                  </a:ext>
                </a:extLst>
              </a:tr>
              <a:tr h="621631">
                <a:tc>
                  <a:txBody>
                    <a:bodyPr/>
                    <a:lstStyle/>
                    <a:p>
                      <a:pPr indent="127000">
                        <a:buNone/>
                      </a:pPr>
                      <a:r>
                        <a:rPr lang="en-US" sz="1100" b="1">
                          <a:effectLst/>
                          <a:latin typeface="Raleway" pitchFamily="2" charset="77"/>
                        </a:rPr>
                        <a:t>Communities</a:t>
                      </a:r>
                      <a:endParaRPr lang="it-IT" sz="1600" b="1">
                        <a:effectLst/>
                        <a:latin typeface="Raleway" pitchFamily="2" charset="77"/>
                      </a:endParaRPr>
                    </a:p>
                  </a:txBody>
                  <a:tcPr marL="44450" marR="44450" marT="0" marB="0" anchor="ctr">
                    <a:lnL w="12700" cap="flat" cmpd="sng" algn="ctr">
                      <a:solidFill>
                        <a:srgbClr val="307ACE"/>
                      </a:solidFill>
                      <a:prstDash val="solid"/>
                      <a:round/>
                      <a:headEnd type="none" w="med" len="med"/>
                      <a:tailEnd type="none" w="med" len="med"/>
                    </a:lnL>
                    <a:lnR w="12700" cap="flat" cmpd="sng" algn="ctr">
                      <a:solidFill>
                        <a:srgbClr val="307ACE"/>
                      </a:solidFill>
                      <a:prstDash val="solid"/>
                      <a:round/>
                      <a:headEnd type="none" w="med" len="med"/>
                      <a:tailEnd type="none" w="med" len="med"/>
                    </a:lnR>
                    <a:lnT w="12700" cap="flat" cmpd="sng" algn="ctr">
                      <a:solidFill>
                        <a:srgbClr val="8075CE"/>
                      </a:solidFill>
                      <a:prstDash val="solid"/>
                      <a:round/>
                      <a:headEnd type="none" w="med" len="med"/>
                      <a:tailEnd type="none" w="med" len="med"/>
                    </a:lnT>
                    <a:lnB w="12700" cap="flat" cmpd="sng" algn="ctr">
                      <a:solidFill>
                        <a:srgbClr val="307ACE"/>
                      </a:solidFill>
                      <a:prstDash val="solid"/>
                      <a:round/>
                      <a:headEnd type="none" w="med" len="med"/>
                      <a:tailEnd type="none" w="med" len="med"/>
                    </a:lnB>
                    <a:noFill/>
                  </a:tcPr>
                </a:tc>
                <a:tc>
                  <a:txBody>
                    <a:bodyPr/>
                    <a:lstStyle/>
                    <a:p>
                      <a:pPr>
                        <a:buNone/>
                      </a:pPr>
                      <a:r>
                        <a:rPr lang="it-IT" sz="1000" dirty="0">
                          <a:effectLst/>
                          <a:latin typeface="Raleway" pitchFamily="2" charset="77"/>
                        </a:rPr>
                        <a:t>Modalità in cui l’organizzazione promuove inclusione, equità e impatto sociale positivo nelle comunità in cui opera, sostenendo gruppi sottorappresentati, iniziative locali, programmi educativi, partnership sociali e azioni di sviluppo territoriale.</a:t>
                      </a:r>
                      <a:endParaRPr lang="it-IT" sz="1200" dirty="0">
                        <a:effectLst/>
                        <a:latin typeface="Raleway" pitchFamily="2" charset="77"/>
                      </a:endParaRPr>
                    </a:p>
                  </a:txBody>
                  <a:tcPr marL="44450" marR="44450" marT="0" marB="0" anchor="ctr">
                    <a:lnL w="12700" cap="flat" cmpd="sng" algn="ctr">
                      <a:solidFill>
                        <a:srgbClr val="307ACE"/>
                      </a:solidFill>
                      <a:prstDash val="solid"/>
                      <a:round/>
                      <a:headEnd type="none" w="med" len="med"/>
                      <a:tailEnd type="none" w="med" len="med"/>
                    </a:lnL>
                    <a:lnR w="12700" cap="flat" cmpd="sng" algn="ctr">
                      <a:solidFill>
                        <a:srgbClr val="40FA18"/>
                      </a:solidFill>
                      <a:prstDash val="solid"/>
                      <a:round/>
                      <a:headEnd type="none" w="med" len="med"/>
                      <a:tailEnd type="none" w="med" len="med"/>
                    </a:lnR>
                    <a:lnT w="12700" cap="flat" cmpd="sng" algn="ctr">
                      <a:solidFill>
                        <a:srgbClr val="B0F318"/>
                      </a:solidFill>
                      <a:prstDash val="solid"/>
                      <a:round/>
                      <a:headEnd type="none" w="med" len="med"/>
                      <a:tailEnd type="none" w="med" len="med"/>
                    </a:lnT>
                    <a:lnB w="12700" cap="flat" cmpd="sng" algn="ctr">
                      <a:solidFill>
                        <a:srgbClr val="40FA18"/>
                      </a:solidFill>
                      <a:prstDash val="solid"/>
                      <a:round/>
                      <a:headEnd type="none" w="med" len="med"/>
                      <a:tailEnd type="none" w="med" len="med"/>
                    </a:lnB>
                    <a:noFill/>
                  </a:tcPr>
                </a:tc>
                <a:extLst>
                  <a:ext uri="{0D108BD9-81ED-4DB2-BD59-A6C34878D82A}">
                    <a16:rowId xmlns:a16="http://schemas.microsoft.com/office/drawing/2014/main" val="99061870"/>
                  </a:ext>
                </a:extLst>
              </a:tr>
              <a:tr h="511342">
                <a:tc>
                  <a:txBody>
                    <a:bodyPr/>
                    <a:lstStyle/>
                    <a:p>
                      <a:pPr indent="127000">
                        <a:buNone/>
                      </a:pPr>
                      <a:r>
                        <a:rPr lang="en-US" sz="1100" b="1" dirty="0">
                          <a:effectLst/>
                          <a:latin typeface="Raleway" pitchFamily="2" charset="77"/>
                        </a:rPr>
                        <a:t>End-users</a:t>
                      </a:r>
                      <a:endParaRPr lang="it-IT" sz="1600" b="1" dirty="0">
                        <a:effectLst/>
                        <a:latin typeface="Raleway" pitchFamily="2" charset="77"/>
                      </a:endParaRPr>
                    </a:p>
                  </a:txBody>
                  <a:tcPr marL="44450" marR="44450" marT="0" marB="0" anchor="ctr">
                    <a:lnL w="12700" cap="flat" cmpd="sng" algn="ctr">
                      <a:solidFill>
                        <a:srgbClr val="1077CE"/>
                      </a:solidFill>
                      <a:prstDash val="solid"/>
                      <a:round/>
                      <a:headEnd type="none" w="med" len="med"/>
                      <a:tailEnd type="none" w="med" len="med"/>
                    </a:lnL>
                    <a:lnR w="12700" cap="flat" cmpd="sng" algn="ctr">
                      <a:solidFill>
                        <a:srgbClr val="1077CE"/>
                      </a:solidFill>
                      <a:prstDash val="solid"/>
                      <a:round/>
                      <a:headEnd type="none" w="med" len="med"/>
                      <a:tailEnd type="none" w="med" len="med"/>
                    </a:lnR>
                    <a:lnT w="12700" cap="flat" cmpd="sng" algn="ctr">
                      <a:solidFill>
                        <a:srgbClr val="307ACE"/>
                      </a:solidFill>
                      <a:prstDash val="solid"/>
                      <a:round/>
                      <a:headEnd type="none" w="med" len="med"/>
                      <a:tailEnd type="none" w="med" len="med"/>
                    </a:lnT>
                    <a:lnB w="12700" cap="flat" cmpd="sng" algn="ctr">
                      <a:solidFill>
                        <a:srgbClr val="1077CE"/>
                      </a:solidFill>
                      <a:prstDash val="solid"/>
                      <a:round/>
                      <a:headEnd type="none" w="med" len="med"/>
                      <a:tailEnd type="none" w="med" len="med"/>
                    </a:lnB>
                    <a:noFill/>
                  </a:tcPr>
                </a:tc>
                <a:tc>
                  <a:txBody>
                    <a:bodyPr/>
                    <a:lstStyle/>
                    <a:p>
                      <a:pPr>
                        <a:buNone/>
                      </a:pPr>
                      <a:r>
                        <a:rPr lang="it-IT" sz="1000" dirty="0">
                          <a:effectLst/>
                          <a:latin typeface="Raleway" pitchFamily="2" charset="77"/>
                        </a:rPr>
                        <a:t>Attenzione dell’organizzazione verso clienti, consumatori e utenti finali, con particolare riferimento all’accessibilità, all’inclusività, alla non discriminazione e alla capacità di progettare prodotti, servizi e comunicazioni adatti a bisogni diversi.</a:t>
                      </a:r>
                      <a:endParaRPr lang="it-IT" sz="1200" dirty="0">
                        <a:effectLst/>
                        <a:latin typeface="Raleway" pitchFamily="2" charset="77"/>
                      </a:endParaRPr>
                    </a:p>
                  </a:txBody>
                  <a:tcPr marL="44450" marR="44450" marT="0" marB="0" anchor="ctr">
                    <a:lnL w="12700" cap="flat" cmpd="sng" algn="ctr">
                      <a:solidFill>
                        <a:srgbClr val="1077CE"/>
                      </a:solidFill>
                      <a:prstDash val="solid"/>
                      <a:round/>
                      <a:headEnd type="none" w="med" len="med"/>
                      <a:tailEnd type="none" w="med" len="med"/>
                    </a:lnL>
                    <a:lnR w="12700" cap="flat" cmpd="sng" algn="ctr">
                      <a:solidFill>
                        <a:srgbClr val="70EE18"/>
                      </a:solidFill>
                      <a:prstDash val="solid"/>
                      <a:round/>
                      <a:headEnd type="none" w="med" len="med"/>
                      <a:tailEnd type="none" w="med" len="med"/>
                    </a:lnR>
                    <a:lnT w="12700" cap="flat" cmpd="sng" algn="ctr">
                      <a:solidFill>
                        <a:srgbClr val="40FA18"/>
                      </a:solidFill>
                      <a:prstDash val="solid"/>
                      <a:round/>
                      <a:headEnd type="none" w="med" len="med"/>
                      <a:tailEnd type="none" w="med" len="med"/>
                    </a:lnT>
                    <a:lnB w="12700" cap="flat" cmpd="sng" algn="ctr">
                      <a:solidFill>
                        <a:srgbClr val="70EE18"/>
                      </a:solidFill>
                      <a:prstDash val="solid"/>
                      <a:round/>
                      <a:headEnd type="none" w="med" len="med"/>
                      <a:tailEnd type="none" w="med" len="med"/>
                    </a:lnB>
                    <a:noFill/>
                  </a:tcPr>
                </a:tc>
                <a:extLst>
                  <a:ext uri="{0D108BD9-81ED-4DB2-BD59-A6C34878D82A}">
                    <a16:rowId xmlns:a16="http://schemas.microsoft.com/office/drawing/2014/main" val="2432499873"/>
                  </a:ext>
                </a:extLst>
              </a:tr>
            </a:tbl>
          </a:graphicData>
        </a:graphic>
      </p:graphicFrame>
    </p:spTree>
    <p:extLst>
      <p:ext uri="{BB962C8B-B14F-4D97-AF65-F5344CB8AC3E}">
        <p14:creationId xmlns:p14="http://schemas.microsoft.com/office/powerpoint/2010/main" val="3739389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E3A7F-DD36-A4B5-9716-6AB030D9074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A4ED68A-22FD-ADCF-EC7A-EA2F2D789AFC}"/>
              </a:ext>
            </a:extLst>
          </p:cNvPr>
          <p:cNvSpPr txBox="1"/>
          <p:nvPr/>
        </p:nvSpPr>
        <p:spPr>
          <a:xfrm>
            <a:off x="970546" y="977089"/>
            <a:ext cx="5991727" cy="523220"/>
          </a:xfrm>
          <a:prstGeom prst="rect">
            <a:avLst/>
          </a:prstGeom>
          <a:noFill/>
        </p:spPr>
        <p:txBody>
          <a:bodyPr wrap="square" rtlCol="0">
            <a:spAutoFit/>
          </a:bodyPr>
          <a:lstStyle/>
          <a:p>
            <a:r>
              <a:rPr lang="en-IT" sz="2800" b="1" dirty="0">
                <a:latin typeface="Raleway" pitchFamily="2" charset="77"/>
              </a:rPr>
              <a:t>OUTPUT</a:t>
            </a:r>
          </a:p>
        </p:txBody>
      </p:sp>
      <p:sp>
        <p:nvSpPr>
          <p:cNvPr id="2" name="TextBox 1">
            <a:extLst>
              <a:ext uri="{FF2B5EF4-FFF2-40B4-BE49-F238E27FC236}">
                <a16:creationId xmlns:a16="http://schemas.microsoft.com/office/drawing/2014/main" id="{B119BA57-FFBC-614C-72AA-6E738D1EE330}"/>
              </a:ext>
            </a:extLst>
          </p:cNvPr>
          <p:cNvSpPr txBox="1"/>
          <p:nvPr/>
        </p:nvSpPr>
        <p:spPr>
          <a:xfrm>
            <a:off x="970546" y="1634715"/>
            <a:ext cx="10038923" cy="3416320"/>
          </a:xfrm>
          <a:prstGeom prst="rect">
            <a:avLst/>
          </a:prstGeom>
          <a:noFill/>
        </p:spPr>
        <p:txBody>
          <a:bodyPr wrap="square" lIns="91440" tIns="45720" rIns="91440" bIns="45720" rtlCol="0" anchor="t">
            <a:spAutoFit/>
          </a:bodyPr>
          <a:lstStyle/>
          <a:p>
            <a:pPr algn="just"/>
            <a:r>
              <a:rPr lang="it-IT" dirty="0">
                <a:latin typeface="Raleway" pitchFamily="2" charset="77"/>
                <a:ea typeface="+mn-lt"/>
                <a:cs typeface="+mn-lt"/>
              </a:rPr>
              <a:t>L’analisi produce una valutazione della </a:t>
            </a:r>
            <a:r>
              <a:rPr lang="it-IT" b="1" dirty="0">
                <a:latin typeface="Raleway" pitchFamily="2" charset="77"/>
                <a:ea typeface="+mn-lt"/>
                <a:cs typeface="+mn-lt"/>
              </a:rPr>
              <a:t>maturità della reportistica aziendale DEIA</a:t>
            </a:r>
            <a:r>
              <a:rPr lang="it-IT" dirty="0">
                <a:latin typeface="Raleway" pitchFamily="2" charset="77"/>
                <a:ea typeface="+mn-lt"/>
                <a:cs typeface="+mn-lt"/>
              </a:rPr>
              <a:t>, misurando quanto le informazioni pubbliche siano attente, approfondite, specifiche e strutturate. A ciascun tema e dimensione DEIA viene assegnato un </a:t>
            </a:r>
            <a:r>
              <a:rPr lang="it-IT" b="1" dirty="0">
                <a:latin typeface="Raleway" pitchFamily="2" charset="77"/>
                <a:ea typeface="+mn-lt"/>
                <a:cs typeface="+mn-lt"/>
              </a:rPr>
              <a:t>punteggio da 1 a 4</a:t>
            </a:r>
            <a:r>
              <a:rPr lang="it-IT" dirty="0">
                <a:latin typeface="Raleway" pitchFamily="2" charset="77"/>
                <a:ea typeface="+mn-lt"/>
                <a:cs typeface="+mn-lt"/>
              </a:rPr>
              <a:t>, utile per identificare le aree meglio rendicontate e quelle con margini di miglioramento in termini di completezza, granularità e solidità informativa.</a:t>
            </a:r>
            <a:endParaRPr lang="it-IT" dirty="0">
              <a:latin typeface="Raleway" pitchFamily="2" charset="77"/>
            </a:endParaRPr>
          </a:p>
          <a:p>
            <a:pPr algn="just"/>
            <a:r>
              <a:rPr lang="it-IT" dirty="0">
                <a:latin typeface="Raleway" pitchFamily="2" charset="77"/>
                <a:ea typeface="+mn-lt"/>
                <a:cs typeface="+mn-lt"/>
              </a:rPr>
              <a:t>I risultati permettono anche il confronto con competitor o peer selezionati, sulla base delle informazioni DEIA disponibili in fonti pubbliche come report di sostenibilità, dichiarazioni non finanziarie, report integrati, siti web e altri documenti aziendali.</a:t>
            </a:r>
            <a:endParaRPr lang="it-IT" dirty="0">
              <a:latin typeface="Raleway" pitchFamily="2" charset="77"/>
            </a:endParaRPr>
          </a:p>
          <a:p>
            <a:pPr algn="just"/>
            <a:r>
              <a:rPr lang="it-IT" dirty="0">
                <a:latin typeface="Raleway" pitchFamily="2" charset="77"/>
                <a:ea typeface="+mn-lt"/>
                <a:cs typeface="+mn-lt"/>
              </a:rPr>
              <a:t>Le </a:t>
            </a:r>
            <a:r>
              <a:rPr lang="it-IT" b="1" dirty="0">
                <a:latin typeface="Raleway" pitchFamily="2" charset="77"/>
                <a:ea typeface="+mn-lt"/>
                <a:cs typeface="+mn-lt"/>
              </a:rPr>
              <a:t>radar chart</a:t>
            </a:r>
            <a:r>
              <a:rPr lang="it-IT" dirty="0">
                <a:latin typeface="Raleway" pitchFamily="2" charset="77"/>
                <a:ea typeface="+mn-lt"/>
                <a:cs typeface="+mn-lt"/>
              </a:rPr>
              <a:t> consentono di visualizzare rapidamente </a:t>
            </a:r>
            <a:r>
              <a:rPr lang="it-IT" b="1" dirty="0">
                <a:latin typeface="Raleway" pitchFamily="2" charset="77"/>
                <a:ea typeface="+mn-lt"/>
                <a:cs typeface="+mn-lt"/>
              </a:rPr>
              <a:t>punti di forza e debolezza</a:t>
            </a:r>
            <a:r>
              <a:rPr lang="it-IT" dirty="0">
                <a:latin typeface="Raleway" pitchFamily="2" charset="77"/>
                <a:ea typeface="+mn-lt"/>
                <a:cs typeface="+mn-lt"/>
              </a:rPr>
              <a:t> della reportistica esterna. </a:t>
            </a:r>
            <a:endParaRPr lang="it-IT" dirty="0">
              <a:latin typeface="Raleway" pitchFamily="2" charset="77"/>
            </a:endParaRPr>
          </a:p>
          <a:p>
            <a:pPr algn="just"/>
            <a:endParaRPr lang="it-IT" dirty="0">
              <a:latin typeface="Raleway" pitchFamily="2" charset="77"/>
            </a:endParaRPr>
          </a:p>
          <a:p>
            <a:pPr algn="just"/>
            <a:endParaRPr lang="en-IT" dirty="0">
              <a:latin typeface="Raleway" pitchFamily="2" charset="77"/>
            </a:endParaRPr>
          </a:p>
        </p:txBody>
      </p:sp>
      <p:sp>
        <p:nvSpPr>
          <p:cNvPr id="4" name="Rettangolo 3">
            <a:extLst>
              <a:ext uri="{FF2B5EF4-FFF2-40B4-BE49-F238E27FC236}">
                <a16:creationId xmlns:a16="http://schemas.microsoft.com/office/drawing/2014/main" id="{C3C0AA1A-7586-330F-68A0-EF063E8B6E05}"/>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1432103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AE34B-67F4-4650-EFC1-3BC796904B4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B82AADD2-8271-1B65-BA6B-EECE0DF3DB57}"/>
              </a:ext>
            </a:extLst>
          </p:cNvPr>
          <p:cNvSpPr/>
          <p:nvPr/>
        </p:nvSpPr>
        <p:spPr>
          <a:xfrm>
            <a:off x="0" y="2822430"/>
            <a:ext cx="12192000" cy="3359190"/>
          </a:xfrm>
          <a:prstGeom prst="rect">
            <a:avLst/>
          </a:prstGeom>
          <a:solidFill>
            <a:schemeClr val="accent6">
              <a:alpha val="7898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Grafico 1">
            <a:extLst>
              <a:ext uri="{FF2B5EF4-FFF2-40B4-BE49-F238E27FC236}">
                <a16:creationId xmlns:a16="http://schemas.microsoft.com/office/drawing/2014/main" id="{C9B0DB3A-DF3F-6F47-B508-9CFB86B563BD}"/>
              </a:ext>
            </a:extLst>
          </p:cNvPr>
          <p:cNvGraphicFramePr>
            <a:graphicFrameLocks/>
          </p:cNvGraphicFramePr>
          <p:nvPr>
            <p:extLst>
              <p:ext uri="{D42A27DB-BD31-4B8C-83A1-F6EECF244321}">
                <p14:modId xmlns:p14="http://schemas.microsoft.com/office/powerpoint/2010/main" val="3499291298"/>
              </p:ext>
            </p:extLst>
          </p:nvPr>
        </p:nvGraphicFramePr>
        <p:xfrm>
          <a:off x="625033" y="3002252"/>
          <a:ext cx="5185146" cy="28346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Grafico 5">
            <a:extLst>
              <a:ext uri="{FF2B5EF4-FFF2-40B4-BE49-F238E27FC236}">
                <a16:creationId xmlns:a16="http://schemas.microsoft.com/office/drawing/2014/main" id="{6704D355-2A80-3944-9385-AF629A57D45C}"/>
              </a:ext>
            </a:extLst>
          </p:cNvPr>
          <p:cNvGraphicFramePr>
            <a:graphicFrameLocks/>
          </p:cNvGraphicFramePr>
          <p:nvPr>
            <p:extLst>
              <p:ext uri="{D42A27DB-BD31-4B8C-83A1-F6EECF244321}">
                <p14:modId xmlns:p14="http://schemas.microsoft.com/office/powerpoint/2010/main" val="4100271034"/>
              </p:ext>
            </p:extLst>
          </p:nvPr>
        </p:nvGraphicFramePr>
        <p:xfrm>
          <a:off x="6096000" y="3002252"/>
          <a:ext cx="4932459" cy="2834683"/>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9">
            <a:extLst>
              <a:ext uri="{FF2B5EF4-FFF2-40B4-BE49-F238E27FC236}">
                <a16:creationId xmlns:a16="http://schemas.microsoft.com/office/drawing/2014/main" id="{A064113C-DD8D-16B6-47B8-740294DAB2CD}"/>
              </a:ext>
            </a:extLst>
          </p:cNvPr>
          <p:cNvSpPr/>
          <p:nvPr/>
        </p:nvSpPr>
        <p:spPr>
          <a:xfrm>
            <a:off x="473374" y="1630251"/>
            <a:ext cx="10267931" cy="546560"/>
          </a:xfrm>
          <a:prstGeom prst="rect">
            <a:avLst/>
          </a:prstGeom>
        </p:spPr>
        <p:txBody>
          <a:bodyPr wrap="square" lIns="91440" tIns="45720" rIns="91440" bIns="45720" anchor="t">
            <a:spAutoFit/>
          </a:bodyPr>
          <a:lstStyle/>
          <a:p>
            <a:pPr>
              <a:lnSpc>
                <a:spcPts val="1800"/>
              </a:lnSpc>
            </a:pPr>
            <a:r>
              <a:rPr lang="en-US" sz="1400">
                <a:solidFill>
                  <a:schemeClr val="tx1">
                    <a:lumMod val="65000"/>
                    <a:lumOff val="35000"/>
                  </a:schemeClr>
                </a:solidFill>
                <a:highlight>
                  <a:srgbClr val="00FFFF"/>
                </a:highlight>
                <a:latin typeface="Poppins"/>
                <a:ea typeface="Lato Light"/>
                <a:cs typeface="Poppins"/>
              </a:rPr>
              <a:t>Bozza output </a:t>
            </a:r>
            <a:r>
              <a:rPr lang="en-US" sz="1400" err="1">
                <a:solidFill>
                  <a:schemeClr val="tx1">
                    <a:lumMod val="65000"/>
                    <a:lumOff val="35000"/>
                  </a:schemeClr>
                </a:solidFill>
                <a:highlight>
                  <a:srgbClr val="00FFFF"/>
                </a:highlight>
                <a:latin typeface="Poppins"/>
                <a:ea typeface="Lato Light"/>
                <a:cs typeface="Poppins"/>
              </a:rPr>
              <a:t>analisi</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reportistica</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singola</a:t>
            </a:r>
            <a:r>
              <a:rPr lang="en-US" sz="1400">
                <a:solidFill>
                  <a:schemeClr val="tx1">
                    <a:lumMod val="65000"/>
                    <a:lumOff val="35000"/>
                  </a:schemeClr>
                </a:solidFill>
                <a:highlight>
                  <a:srgbClr val="00FFFF"/>
                </a:highlight>
                <a:latin typeface="Poppins"/>
                <a:ea typeface="Lato Light"/>
                <a:cs typeface="Poppins"/>
              </a:rPr>
              <a:t> Azienda, </a:t>
            </a:r>
            <a:r>
              <a:rPr lang="en-US" sz="1400" err="1">
                <a:solidFill>
                  <a:schemeClr val="tx1">
                    <a:lumMod val="65000"/>
                    <a:lumOff val="35000"/>
                  </a:schemeClr>
                </a:solidFill>
                <a:highlight>
                  <a:srgbClr val="00FFFF"/>
                </a:highlight>
                <a:latin typeface="Poppins"/>
                <a:ea typeface="Lato Light"/>
                <a:cs typeface="Poppins"/>
              </a:rPr>
              <a:t>associata</a:t>
            </a:r>
            <a:r>
              <a:rPr lang="en-US" sz="1400">
                <a:solidFill>
                  <a:schemeClr val="tx1">
                    <a:lumMod val="65000"/>
                    <a:lumOff val="35000"/>
                  </a:schemeClr>
                </a:solidFill>
                <a:highlight>
                  <a:srgbClr val="00FFFF"/>
                </a:highlight>
                <a:latin typeface="Poppins"/>
                <a:ea typeface="Lato Light"/>
                <a:cs typeface="Poppins"/>
              </a:rPr>
              <a:t> a benchmark di 3 competitor </a:t>
            </a:r>
            <a:r>
              <a:rPr lang="en-US" sz="1400" err="1">
                <a:solidFill>
                  <a:schemeClr val="tx1">
                    <a:lumMod val="65000"/>
                    <a:lumOff val="35000"/>
                  </a:schemeClr>
                </a:solidFill>
                <a:highlight>
                  <a:srgbClr val="00FFFF"/>
                </a:highlight>
                <a:latin typeface="Poppins"/>
                <a:ea typeface="Lato Light"/>
                <a:cs typeface="Poppins"/>
              </a:rPr>
              <a:t>direttamente</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indicati</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dall’Azienda</a:t>
            </a:r>
            <a:r>
              <a:rPr lang="en-US" sz="1400">
                <a:solidFill>
                  <a:schemeClr val="tx1">
                    <a:lumMod val="65000"/>
                    <a:lumOff val="35000"/>
                  </a:schemeClr>
                </a:solidFill>
                <a:highlight>
                  <a:srgbClr val="00FFFF"/>
                </a:highlight>
                <a:latin typeface="Poppins"/>
                <a:ea typeface="Lato Light"/>
                <a:cs typeface="Poppins"/>
              </a:rPr>
              <a:t>. </a:t>
            </a:r>
          </a:p>
        </p:txBody>
      </p:sp>
      <p:sp>
        <p:nvSpPr>
          <p:cNvPr id="4" name="Title 39">
            <a:extLst>
              <a:ext uri="{FF2B5EF4-FFF2-40B4-BE49-F238E27FC236}">
                <a16:creationId xmlns:a16="http://schemas.microsoft.com/office/drawing/2014/main" id="{55755690-3086-02F3-68CF-9007177CB066}"/>
              </a:ext>
            </a:extLst>
          </p:cNvPr>
          <p:cNvSpPr txBox="1">
            <a:spLocks/>
          </p:cNvSpPr>
          <p:nvPr/>
        </p:nvSpPr>
        <p:spPr>
          <a:xfrm>
            <a:off x="2340492" y="229641"/>
            <a:ext cx="9416015" cy="1387158"/>
          </a:xfrm>
          <a:prstGeom prst="rect">
            <a:avLst/>
          </a:prstGeom>
        </p:spPr>
        <p:txBody>
          <a:bodyPr>
            <a:noAutofit/>
          </a:bodyPr>
          <a:lstStyle>
            <a:defPPr>
              <a:defRPr lang="en-US"/>
            </a:defPPr>
            <a:lvl1pPr defTabSz="914400">
              <a:lnSpc>
                <a:spcPct val="100000"/>
              </a:lnSpc>
              <a:spcBef>
                <a:spcPct val="0"/>
              </a:spcBef>
              <a:buNone/>
              <a:defRPr sz="3500" b="1">
                <a:latin typeface="Poppins" panose="00000500000000000000" pitchFamily="50" charset="0"/>
                <a:ea typeface="+mj-ea"/>
                <a:cs typeface="Poppins" panose="00000500000000000000" pitchFamily="50" charset="0"/>
              </a:defRPr>
            </a:lvl1pPr>
          </a:lstStyle>
          <a:p>
            <a:r>
              <a:rPr lang="en-GB" dirty="0"/>
              <a:t>DEIA Assessment e benchmark per </a:t>
            </a:r>
            <a:r>
              <a:rPr lang="en-GB" dirty="0" err="1"/>
              <a:t>temi</a:t>
            </a:r>
            <a:r>
              <a:rPr lang="en-GB" dirty="0"/>
              <a:t> di reporting</a:t>
            </a:r>
            <a:endParaRPr lang="en-US" dirty="0">
              <a:highlight>
                <a:srgbClr val="FFFF00"/>
              </a:highlight>
            </a:endParaRPr>
          </a:p>
        </p:txBody>
      </p:sp>
      <p:sp>
        <p:nvSpPr>
          <p:cNvPr id="8" name="Rettangolo 7">
            <a:extLst>
              <a:ext uri="{FF2B5EF4-FFF2-40B4-BE49-F238E27FC236}">
                <a16:creationId xmlns:a16="http://schemas.microsoft.com/office/drawing/2014/main" id="{128F4159-27CA-9B7F-88D2-7E2C4E977E7E}"/>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br>
              <a:rPr lang="it-IT"/>
            </a:br>
            <a:r>
              <a:rPr lang="it-IT"/>
              <a:t>(fonte dati Unibo)</a:t>
            </a:r>
          </a:p>
        </p:txBody>
      </p:sp>
    </p:spTree>
    <p:extLst>
      <p:ext uri="{BB962C8B-B14F-4D97-AF65-F5344CB8AC3E}">
        <p14:creationId xmlns:p14="http://schemas.microsoft.com/office/powerpoint/2010/main" val="1152577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B4653-9338-6C46-9DBE-0DB0B2DD856B}"/>
            </a:ext>
          </a:extLst>
        </p:cNvPr>
        <p:cNvGrpSpPr/>
        <p:nvPr/>
      </p:nvGrpSpPr>
      <p:grpSpPr>
        <a:xfrm>
          <a:off x="0" y="0"/>
          <a:ext cx="0" cy="0"/>
          <a:chOff x="0" y="0"/>
          <a:chExt cx="0" cy="0"/>
        </a:xfrm>
      </p:grpSpPr>
      <p:sp>
        <p:nvSpPr>
          <p:cNvPr id="9" name="Rectangle 1">
            <a:extLst>
              <a:ext uri="{FF2B5EF4-FFF2-40B4-BE49-F238E27FC236}">
                <a16:creationId xmlns:a16="http://schemas.microsoft.com/office/drawing/2014/main" id="{1EF927D8-6BBE-D124-F81E-178F1AC740AF}"/>
              </a:ext>
            </a:extLst>
          </p:cNvPr>
          <p:cNvSpPr/>
          <p:nvPr/>
        </p:nvSpPr>
        <p:spPr>
          <a:xfrm>
            <a:off x="0" y="2343459"/>
            <a:ext cx="12192000" cy="3359190"/>
          </a:xfrm>
          <a:prstGeom prst="rect">
            <a:avLst/>
          </a:prstGeom>
          <a:solidFill>
            <a:schemeClr val="accent2">
              <a:lumMod val="20000"/>
              <a:lumOff val="80000"/>
              <a:alpha val="7898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39">
            <a:extLst>
              <a:ext uri="{FF2B5EF4-FFF2-40B4-BE49-F238E27FC236}">
                <a16:creationId xmlns:a16="http://schemas.microsoft.com/office/drawing/2014/main" id="{A686F7D5-99E0-C1C8-9117-FC337B008651}"/>
              </a:ext>
            </a:extLst>
          </p:cNvPr>
          <p:cNvSpPr txBox="1">
            <a:spLocks/>
          </p:cNvSpPr>
          <p:nvPr/>
        </p:nvSpPr>
        <p:spPr>
          <a:xfrm>
            <a:off x="2248527" y="229641"/>
            <a:ext cx="9507980" cy="1328039"/>
          </a:xfrm>
          <a:prstGeom prst="rect">
            <a:avLst/>
          </a:prstGeom>
        </p:spPr>
        <p:txBody>
          <a:bodyPr>
            <a:noAutofit/>
          </a:bodyPr>
          <a:lstStyle>
            <a:defPPr>
              <a:defRPr lang="en-US"/>
            </a:defPPr>
            <a:lvl1pPr defTabSz="914400">
              <a:lnSpc>
                <a:spcPct val="100000"/>
              </a:lnSpc>
              <a:spcBef>
                <a:spcPct val="0"/>
              </a:spcBef>
              <a:buNone/>
              <a:defRPr sz="3500" b="1">
                <a:latin typeface="Poppins" panose="00000500000000000000" pitchFamily="50" charset="0"/>
                <a:ea typeface="+mj-ea"/>
                <a:cs typeface="Poppins" panose="00000500000000000000" pitchFamily="50" charset="0"/>
              </a:defRPr>
            </a:lvl1pPr>
          </a:lstStyle>
          <a:p>
            <a:r>
              <a:rPr lang="en-GB"/>
              <a:t>DEIA Assessment e benchmark </a:t>
            </a:r>
            <a:r>
              <a:rPr lang="en-GB">
                <a:highlight>
                  <a:srgbClr val="FFFF00"/>
                </a:highlight>
              </a:rPr>
              <a:t>per </a:t>
            </a:r>
            <a:r>
              <a:rPr lang="en-GB" err="1">
                <a:highlight>
                  <a:srgbClr val="FFFF00"/>
                </a:highlight>
              </a:rPr>
              <a:t>singole</a:t>
            </a:r>
            <a:r>
              <a:rPr lang="en-GB">
                <a:highlight>
                  <a:srgbClr val="FFFF00"/>
                </a:highlight>
              </a:rPr>
              <a:t> </a:t>
            </a:r>
            <a:r>
              <a:rPr lang="en-GB" err="1">
                <a:highlight>
                  <a:srgbClr val="FFFF00"/>
                </a:highlight>
              </a:rPr>
              <a:t>dimensioni</a:t>
            </a:r>
            <a:r>
              <a:rPr lang="en-GB">
                <a:highlight>
                  <a:srgbClr val="FFFF00"/>
                </a:highlight>
              </a:rPr>
              <a:t> della </a:t>
            </a:r>
            <a:r>
              <a:rPr lang="en-GB" err="1">
                <a:highlight>
                  <a:srgbClr val="FFFF00"/>
                </a:highlight>
              </a:rPr>
              <a:t>diversità</a:t>
            </a:r>
            <a:r>
              <a:rPr lang="en-GB">
                <a:highlight>
                  <a:srgbClr val="FFFF00"/>
                </a:highlight>
              </a:rPr>
              <a:t> </a:t>
            </a:r>
            <a:endParaRPr lang="en-US">
              <a:highlight>
                <a:srgbClr val="FFFF00"/>
              </a:highlight>
            </a:endParaRPr>
          </a:p>
        </p:txBody>
      </p:sp>
      <p:graphicFrame>
        <p:nvGraphicFramePr>
          <p:cNvPr id="4" name="Grafico 3">
            <a:extLst>
              <a:ext uri="{FF2B5EF4-FFF2-40B4-BE49-F238E27FC236}">
                <a16:creationId xmlns:a16="http://schemas.microsoft.com/office/drawing/2014/main" id="{B005D420-B4FA-0546-BCAF-5C04EA7C0BA6}"/>
              </a:ext>
            </a:extLst>
          </p:cNvPr>
          <p:cNvGraphicFramePr>
            <a:graphicFrameLocks/>
          </p:cNvGraphicFramePr>
          <p:nvPr/>
        </p:nvGraphicFramePr>
        <p:xfrm>
          <a:off x="830031" y="2604304"/>
          <a:ext cx="4829756" cy="288098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Grafico 4">
            <a:extLst>
              <a:ext uri="{FF2B5EF4-FFF2-40B4-BE49-F238E27FC236}">
                <a16:creationId xmlns:a16="http://schemas.microsoft.com/office/drawing/2014/main" id="{9FA2505F-9138-4046-ACD1-CF120DE290FB}"/>
              </a:ext>
            </a:extLst>
          </p:cNvPr>
          <p:cNvGraphicFramePr>
            <a:graphicFrameLocks/>
          </p:cNvGraphicFramePr>
          <p:nvPr/>
        </p:nvGraphicFramePr>
        <p:xfrm>
          <a:off x="5968678" y="2604304"/>
          <a:ext cx="5040177" cy="2880980"/>
        </p:xfrm>
        <a:graphic>
          <a:graphicData uri="http://schemas.openxmlformats.org/drawingml/2006/chart">
            <c:chart xmlns:c="http://schemas.openxmlformats.org/drawingml/2006/chart" xmlns:r="http://schemas.openxmlformats.org/officeDocument/2006/relationships" r:id="rId3"/>
          </a:graphicData>
        </a:graphic>
      </p:graphicFrame>
      <p:sp>
        <p:nvSpPr>
          <p:cNvPr id="7" name="Rettangolo 6">
            <a:extLst>
              <a:ext uri="{FF2B5EF4-FFF2-40B4-BE49-F238E27FC236}">
                <a16:creationId xmlns:a16="http://schemas.microsoft.com/office/drawing/2014/main" id="{AD8AE7B3-604B-17D0-0308-F1EC74506540}"/>
              </a:ext>
            </a:extLst>
          </p:cNvPr>
          <p:cNvSpPr/>
          <p:nvPr/>
        </p:nvSpPr>
        <p:spPr>
          <a:xfrm>
            <a:off x="131378" y="52551"/>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br>
              <a:rPr lang="it-IT"/>
            </a:br>
            <a:r>
              <a:rPr lang="it-IT"/>
              <a:t>(fonte dati Unibo)</a:t>
            </a:r>
          </a:p>
        </p:txBody>
      </p:sp>
      <p:sp>
        <p:nvSpPr>
          <p:cNvPr id="3" name="Rectangle 9">
            <a:extLst>
              <a:ext uri="{FF2B5EF4-FFF2-40B4-BE49-F238E27FC236}">
                <a16:creationId xmlns:a16="http://schemas.microsoft.com/office/drawing/2014/main" id="{ECB89380-39BC-17D3-8B8B-CD28EF85752B}"/>
              </a:ext>
            </a:extLst>
          </p:cNvPr>
          <p:cNvSpPr/>
          <p:nvPr/>
        </p:nvSpPr>
        <p:spPr>
          <a:xfrm>
            <a:off x="473374" y="1630251"/>
            <a:ext cx="10267931" cy="546560"/>
          </a:xfrm>
          <a:prstGeom prst="rect">
            <a:avLst/>
          </a:prstGeom>
        </p:spPr>
        <p:txBody>
          <a:bodyPr wrap="square" lIns="91440" tIns="45720" rIns="91440" bIns="45720" anchor="t">
            <a:spAutoFit/>
          </a:bodyPr>
          <a:lstStyle/>
          <a:p>
            <a:pPr>
              <a:lnSpc>
                <a:spcPts val="1800"/>
              </a:lnSpc>
            </a:pPr>
            <a:r>
              <a:rPr lang="en-US" sz="1400">
                <a:solidFill>
                  <a:schemeClr val="tx1">
                    <a:lumMod val="65000"/>
                    <a:lumOff val="35000"/>
                  </a:schemeClr>
                </a:solidFill>
                <a:highlight>
                  <a:srgbClr val="00FFFF"/>
                </a:highlight>
                <a:latin typeface="Poppins"/>
                <a:ea typeface="Lato Light"/>
                <a:cs typeface="Poppins"/>
              </a:rPr>
              <a:t>Bozza output </a:t>
            </a:r>
            <a:r>
              <a:rPr lang="en-US" sz="1400" err="1">
                <a:solidFill>
                  <a:schemeClr val="tx1">
                    <a:lumMod val="65000"/>
                    <a:lumOff val="35000"/>
                  </a:schemeClr>
                </a:solidFill>
                <a:highlight>
                  <a:srgbClr val="00FFFF"/>
                </a:highlight>
                <a:latin typeface="Poppins"/>
                <a:ea typeface="Lato Light"/>
                <a:cs typeface="Poppins"/>
              </a:rPr>
              <a:t>analisi</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reportistica</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singola</a:t>
            </a:r>
            <a:r>
              <a:rPr lang="en-US" sz="1400">
                <a:solidFill>
                  <a:schemeClr val="tx1">
                    <a:lumMod val="65000"/>
                    <a:lumOff val="35000"/>
                  </a:schemeClr>
                </a:solidFill>
                <a:highlight>
                  <a:srgbClr val="00FFFF"/>
                </a:highlight>
                <a:latin typeface="Poppins"/>
                <a:ea typeface="Lato Light"/>
                <a:cs typeface="Poppins"/>
              </a:rPr>
              <a:t> Azienda, </a:t>
            </a:r>
            <a:r>
              <a:rPr lang="en-US" sz="1400" err="1">
                <a:solidFill>
                  <a:schemeClr val="tx1">
                    <a:lumMod val="65000"/>
                    <a:lumOff val="35000"/>
                  </a:schemeClr>
                </a:solidFill>
                <a:highlight>
                  <a:srgbClr val="00FFFF"/>
                </a:highlight>
                <a:latin typeface="Poppins"/>
                <a:ea typeface="Lato Light"/>
                <a:cs typeface="Poppins"/>
              </a:rPr>
              <a:t>associata</a:t>
            </a:r>
            <a:r>
              <a:rPr lang="en-US" sz="1400">
                <a:solidFill>
                  <a:schemeClr val="tx1">
                    <a:lumMod val="65000"/>
                    <a:lumOff val="35000"/>
                  </a:schemeClr>
                </a:solidFill>
                <a:highlight>
                  <a:srgbClr val="00FFFF"/>
                </a:highlight>
                <a:latin typeface="Poppins"/>
                <a:ea typeface="Lato Light"/>
                <a:cs typeface="Poppins"/>
              </a:rPr>
              <a:t> a benchmark di 3 competitor </a:t>
            </a:r>
            <a:r>
              <a:rPr lang="en-US" sz="1400" err="1">
                <a:solidFill>
                  <a:schemeClr val="tx1">
                    <a:lumMod val="65000"/>
                    <a:lumOff val="35000"/>
                  </a:schemeClr>
                </a:solidFill>
                <a:highlight>
                  <a:srgbClr val="00FFFF"/>
                </a:highlight>
                <a:latin typeface="Poppins"/>
                <a:ea typeface="Lato Light"/>
                <a:cs typeface="Poppins"/>
              </a:rPr>
              <a:t>direttamente</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indicati</a:t>
            </a:r>
            <a:r>
              <a:rPr lang="en-US" sz="1400">
                <a:solidFill>
                  <a:schemeClr val="tx1">
                    <a:lumMod val="65000"/>
                    <a:lumOff val="35000"/>
                  </a:schemeClr>
                </a:solidFill>
                <a:highlight>
                  <a:srgbClr val="00FFFF"/>
                </a:highlight>
                <a:latin typeface="Poppins"/>
                <a:ea typeface="Lato Light"/>
                <a:cs typeface="Poppins"/>
              </a:rPr>
              <a:t> </a:t>
            </a:r>
            <a:r>
              <a:rPr lang="en-US" sz="1400" err="1">
                <a:solidFill>
                  <a:schemeClr val="tx1">
                    <a:lumMod val="65000"/>
                    <a:lumOff val="35000"/>
                  </a:schemeClr>
                </a:solidFill>
                <a:highlight>
                  <a:srgbClr val="00FFFF"/>
                </a:highlight>
                <a:latin typeface="Poppins"/>
                <a:ea typeface="Lato Light"/>
                <a:cs typeface="Poppins"/>
              </a:rPr>
              <a:t>dall’Azienda</a:t>
            </a:r>
            <a:r>
              <a:rPr lang="en-US" sz="1400">
                <a:solidFill>
                  <a:schemeClr val="tx1">
                    <a:lumMod val="65000"/>
                    <a:lumOff val="35000"/>
                  </a:schemeClr>
                </a:solidFill>
                <a:highlight>
                  <a:srgbClr val="00FFFF"/>
                </a:highlight>
                <a:latin typeface="Poppins"/>
                <a:ea typeface="Lato Light"/>
                <a:cs typeface="Poppins"/>
              </a:rPr>
              <a:t>. </a:t>
            </a:r>
          </a:p>
        </p:txBody>
      </p:sp>
    </p:spTree>
    <p:extLst>
      <p:ext uri="{BB962C8B-B14F-4D97-AF65-F5344CB8AC3E}">
        <p14:creationId xmlns:p14="http://schemas.microsoft.com/office/powerpoint/2010/main" val="2251746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FD8D3-B6B7-E572-E551-B42BEB3B82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2593A5-C25F-DCF6-D3FA-D1B0D60DEE91}"/>
              </a:ext>
            </a:extLst>
          </p:cNvPr>
          <p:cNvSpPr txBox="1"/>
          <p:nvPr/>
        </p:nvSpPr>
        <p:spPr>
          <a:xfrm>
            <a:off x="3100135" y="3288270"/>
            <a:ext cx="5991727" cy="523220"/>
          </a:xfrm>
          <a:prstGeom prst="rect">
            <a:avLst/>
          </a:prstGeom>
          <a:noFill/>
        </p:spPr>
        <p:txBody>
          <a:bodyPr wrap="square" rtlCol="0">
            <a:spAutoFit/>
          </a:bodyPr>
          <a:lstStyle/>
          <a:p>
            <a:r>
              <a:rPr lang="en-IT" sz="2800"/>
              <a:t>GRAFICA MODELLO GALACTICA</a:t>
            </a:r>
          </a:p>
        </p:txBody>
      </p:sp>
      <p:sp>
        <p:nvSpPr>
          <p:cNvPr id="6" name="TextBox 5">
            <a:extLst>
              <a:ext uri="{FF2B5EF4-FFF2-40B4-BE49-F238E27FC236}">
                <a16:creationId xmlns:a16="http://schemas.microsoft.com/office/drawing/2014/main" id="{69C6CB00-DDAD-653C-F559-E3451EAD14E6}"/>
              </a:ext>
            </a:extLst>
          </p:cNvPr>
          <p:cNvSpPr txBox="1"/>
          <p:nvPr/>
        </p:nvSpPr>
        <p:spPr>
          <a:xfrm>
            <a:off x="3100135" y="994610"/>
            <a:ext cx="7860633" cy="954107"/>
          </a:xfrm>
          <a:prstGeom prst="rect">
            <a:avLst/>
          </a:prstGeom>
          <a:noFill/>
        </p:spPr>
        <p:txBody>
          <a:bodyPr wrap="square" lIns="91440" tIns="45720" rIns="91440" bIns="45720" rtlCol="0" anchor="t">
            <a:spAutoFit/>
          </a:bodyPr>
          <a:lstStyle/>
          <a:p>
            <a:r>
              <a:rPr lang="en-IT" sz="2800"/>
              <a:t>TITOLO DELLA SEZIONE (</a:t>
            </a:r>
            <a:r>
              <a:rPr lang="en-IT" sz="2800" err="1"/>
              <a:t>Analisi</a:t>
            </a:r>
            <a:r>
              <a:rPr lang="en-IT" sz="2800"/>
              <a:t> di </a:t>
            </a:r>
            <a:r>
              <a:rPr lang="en-IT" sz="2800" err="1"/>
              <a:t>trasparenza</a:t>
            </a:r>
            <a:r>
              <a:rPr lang="en-IT" sz="2800"/>
              <a:t>/</a:t>
            </a:r>
            <a:r>
              <a:rPr lang="en-IT" sz="2800" err="1">
                <a:highlight>
                  <a:srgbClr val="FFFF00"/>
                </a:highlight>
              </a:rPr>
              <a:t>coerenza</a:t>
            </a:r>
            <a:r>
              <a:rPr lang="en-IT" sz="2800">
                <a:highlight>
                  <a:srgbClr val="FFFF00"/>
                </a:highlight>
              </a:rPr>
              <a:t> (?)</a:t>
            </a:r>
            <a:r>
              <a:rPr lang="en-IT" sz="2800"/>
              <a:t>)</a:t>
            </a:r>
          </a:p>
        </p:txBody>
      </p:sp>
      <p:sp>
        <p:nvSpPr>
          <p:cNvPr id="7" name="Plus 6">
            <a:extLst>
              <a:ext uri="{FF2B5EF4-FFF2-40B4-BE49-F238E27FC236}">
                <a16:creationId xmlns:a16="http://schemas.microsoft.com/office/drawing/2014/main" id="{AF165F46-4C78-7252-DE8F-CDF62274BF3E}"/>
              </a:ext>
            </a:extLst>
          </p:cNvPr>
          <p:cNvSpPr/>
          <p:nvPr/>
        </p:nvSpPr>
        <p:spPr>
          <a:xfrm>
            <a:off x="5614734" y="2006008"/>
            <a:ext cx="962527" cy="79408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2" name="Rettangolo 3">
            <a:extLst>
              <a:ext uri="{FF2B5EF4-FFF2-40B4-BE49-F238E27FC236}">
                <a16:creationId xmlns:a16="http://schemas.microsoft.com/office/drawing/2014/main" id="{E5068B72-9CC8-CA8E-4516-0B697A2C2695}"/>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2612929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2F90-F019-3535-14DA-7F9863ADCD9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3A0696B-7440-8BC2-6452-CA191FCB46B9}"/>
              </a:ext>
            </a:extLst>
          </p:cNvPr>
          <p:cNvSpPr txBox="1"/>
          <p:nvPr/>
        </p:nvSpPr>
        <p:spPr>
          <a:xfrm>
            <a:off x="970546" y="977089"/>
            <a:ext cx="8841111" cy="954107"/>
          </a:xfrm>
          <a:prstGeom prst="rect">
            <a:avLst/>
          </a:prstGeom>
          <a:noFill/>
        </p:spPr>
        <p:txBody>
          <a:bodyPr wrap="square" rtlCol="0">
            <a:spAutoFit/>
          </a:bodyPr>
          <a:lstStyle/>
          <a:p>
            <a:r>
              <a:rPr lang="en-IT" sz="2800" b="1" dirty="0">
                <a:latin typeface="Raleway" pitchFamily="2" charset="77"/>
              </a:rPr>
              <a:t>ANALISI DI TRASPARENZA</a:t>
            </a:r>
          </a:p>
          <a:p>
            <a:r>
              <a:rPr lang="en-IT" sz="2800" dirty="0">
                <a:latin typeface="Raleway" pitchFamily="2" charset="77"/>
              </a:rPr>
              <a:t>Obiettivi</a:t>
            </a:r>
          </a:p>
        </p:txBody>
      </p:sp>
      <p:sp>
        <p:nvSpPr>
          <p:cNvPr id="2" name="TextBox 1">
            <a:extLst>
              <a:ext uri="{FF2B5EF4-FFF2-40B4-BE49-F238E27FC236}">
                <a16:creationId xmlns:a16="http://schemas.microsoft.com/office/drawing/2014/main" id="{B4104F05-5B6D-9595-E843-D7571598EC46}"/>
              </a:ext>
            </a:extLst>
          </p:cNvPr>
          <p:cNvSpPr txBox="1"/>
          <p:nvPr/>
        </p:nvSpPr>
        <p:spPr>
          <a:xfrm>
            <a:off x="970546" y="2128010"/>
            <a:ext cx="10844465" cy="3231654"/>
          </a:xfrm>
          <a:prstGeom prst="rect">
            <a:avLst/>
          </a:prstGeom>
          <a:noFill/>
        </p:spPr>
        <p:txBody>
          <a:bodyPr wrap="square" rtlCol="0">
            <a:spAutoFit/>
          </a:bodyPr>
          <a:lstStyle/>
          <a:p>
            <a:r>
              <a:rPr lang="it-IT" dirty="0">
                <a:highlight>
                  <a:srgbClr val="FFFF00"/>
                </a:highlight>
                <a:latin typeface="Raleway" pitchFamily="2" charset="77"/>
              </a:rPr>
              <a:t>TESTO DA RIVEDERE E SINTETIZZARE</a:t>
            </a:r>
          </a:p>
          <a:p>
            <a:r>
              <a:rPr lang="it-IT" sz="1200" dirty="0">
                <a:latin typeface="Raleway" pitchFamily="2" charset="77"/>
              </a:rPr>
              <a:t>L’analisi di trasparenza è finalizzata a valutare il grado di coerenza tra la maturità DEIA dell’organizzazione e la maturità della relativa comunicazione esterna. In particolare, essa mette in relazione ciò che l’azienda dichiara di aver integrato nelle proprie pratiche, policy, processi e comportamenti organizzativi con il livello di strutturazione, completezza e qualità della disclosure pubblica sui medesimi temi.</a:t>
            </a:r>
          </a:p>
          <a:p>
            <a:endParaRPr lang="it-IT" sz="1200" dirty="0">
              <a:latin typeface="Raleway" pitchFamily="2" charset="77"/>
            </a:endParaRPr>
          </a:p>
          <a:p>
            <a:r>
              <a:rPr lang="it-IT" sz="1200" dirty="0">
                <a:latin typeface="Raleway" pitchFamily="2" charset="77"/>
              </a:rPr>
              <a:t>L’analisi considera quindi due prospettive complementari. Da un lato, la maturità della reportistica esterna, che misura la capacità dell’organizzazione di comunicare in modo chiaro, trasparente e affidabile il proprio impegno sui temi DEIA. Dall’altro, la maturità DEIA rilevata tramite survey, che valuta il grado di integrazione effettiva delle pratiche DEIA all’interno dell’organizzazione e nelle sue relazioni con l’esterno.</a:t>
            </a:r>
          </a:p>
          <a:p>
            <a:endParaRPr lang="it-IT" sz="1200" dirty="0">
              <a:latin typeface="Raleway" pitchFamily="2" charset="77"/>
            </a:endParaRPr>
          </a:p>
          <a:p>
            <a:r>
              <a:rPr lang="it-IT" sz="1200" dirty="0">
                <a:latin typeface="Raleway" pitchFamily="2" charset="77"/>
              </a:rPr>
              <a:t>Questa fase consente di superare una lettura separata della comunicazione e della maturità organizzativa, introducendo una valutazione integrata della trasparenza. L’obiettivo è individuare eventuali condizioni di allineamento, in cui una disclosure esterna solida riflette pratiche DEIA mature, oppure possibili disallineamenti. Questi ultimi possono riguardare, ad esempio, casi in cui la comunicazione pubblica appare avanzata ma non trova pieno riscontro nella maturità interna, oppure situazioni in cui l’azienda ha sviluppato iniziative significative ma non le valorizza adeguatamente nella propria rendicontazione esterna.</a:t>
            </a:r>
          </a:p>
          <a:p>
            <a:endParaRPr lang="it-IT" sz="1200" dirty="0">
              <a:latin typeface="Raleway" pitchFamily="2" charset="77"/>
            </a:endParaRPr>
          </a:p>
          <a:p>
            <a:endParaRPr lang="en-IT" dirty="0">
              <a:latin typeface="Raleway" pitchFamily="2" charset="77"/>
            </a:endParaRPr>
          </a:p>
        </p:txBody>
      </p:sp>
      <p:sp>
        <p:nvSpPr>
          <p:cNvPr id="3" name="Rettangolo 3">
            <a:extLst>
              <a:ext uri="{FF2B5EF4-FFF2-40B4-BE49-F238E27FC236}">
                <a16:creationId xmlns:a16="http://schemas.microsoft.com/office/drawing/2014/main" id="{15D7BEFF-A8F4-6529-D36D-CCC1EABDB874}"/>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3543006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A402A-1DFF-868C-830B-CDA18CF8E2B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F8E00C5-B95F-D6A4-96C8-1856A9813F65}"/>
              </a:ext>
            </a:extLst>
          </p:cNvPr>
          <p:cNvSpPr txBox="1"/>
          <p:nvPr/>
        </p:nvSpPr>
        <p:spPr>
          <a:xfrm>
            <a:off x="970546" y="948061"/>
            <a:ext cx="11003739" cy="1692771"/>
          </a:xfrm>
          <a:prstGeom prst="rect">
            <a:avLst/>
          </a:prstGeom>
          <a:noFill/>
        </p:spPr>
        <p:txBody>
          <a:bodyPr wrap="square" lIns="91440" tIns="45720" rIns="91440" bIns="45720" rtlCol="0" anchor="t">
            <a:spAutoFit/>
          </a:bodyPr>
          <a:lstStyle/>
          <a:p>
            <a:r>
              <a:rPr lang="en-IT" sz="2800" b="1" dirty="0">
                <a:highlight>
                  <a:srgbClr val="FFFF00"/>
                </a:highlight>
                <a:latin typeface="Raleway" pitchFamily="2" charset="77"/>
              </a:rPr>
              <a:t>ANALISI DI TRASPARENZA</a:t>
            </a:r>
            <a:r>
              <a:rPr lang="en-IT" sz="2800" b="1" dirty="0">
                <a:highlight>
                  <a:srgbClr val="FFFF00"/>
                </a:highlight>
                <a:latin typeface="Raleway" pitchFamily="2" charset="77"/>
                <a:sym typeface="Wingdings" pitchFamily="2" charset="2"/>
              </a:rPr>
              <a:t> cambiare una volta deciso il naming</a:t>
            </a:r>
            <a:endParaRPr lang="en-IT" sz="2800" b="1" dirty="0">
              <a:highlight>
                <a:srgbClr val="FFFF00"/>
              </a:highlight>
              <a:latin typeface="Raleway" pitchFamily="2" charset="77"/>
            </a:endParaRPr>
          </a:p>
          <a:p>
            <a:r>
              <a:rPr lang="en-IT" sz="2800" dirty="0">
                <a:latin typeface="Raleway" pitchFamily="2" charset="77"/>
              </a:rPr>
              <a:t>Metodologia </a:t>
            </a:r>
            <a:r>
              <a:rPr lang="en-IT" sz="2000" dirty="0">
                <a:highlight>
                  <a:srgbClr val="00FFFF"/>
                </a:highlight>
                <a:latin typeface="Raleway" pitchFamily="2" charset="77"/>
              </a:rPr>
              <a:t>(commento:  da capire se vogliamo utilizzare il termine "qualità" oppure "maturità" legato alla reportistica)</a:t>
            </a:r>
          </a:p>
        </p:txBody>
      </p:sp>
      <p:sp>
        <p:nvSpPr>
          <p:cNvPr id="2" name="TextBox 1">
            <a:extLst>
              <a:ext uri="{FF2B5EF4-FFF2-40B4-BE49-F238E27FC236}">
                <a16:creationId xmlns:a16="http://schemas.microsoft.com/office/drawing/2014/main" id="{DD4D9ED9-B885-4522-C7EE-E029CDF9BC55}"/>
              </a:ext>
            </a:extLst>
          </p:cNvPr>
          <p:cNvSpPr txBox="1"/>
          <p:nvPr/>
        </p:nvSpPr>
        <p:spPr>
          <a:xfrm>
            <a:off x="970546" y="2656101"/>
            <a:ext cx="10844465" cy="3416320"/>
          </a:xfrm>
          <a:prstGeom prst="rect">
            <a:avLst/>
          </a:prstGeom>
          <a:noFill/>
        </p:spPr>
        <p:txBody>
          <a:bodyPr wrap="square" lIns="91440" tIns="45720" rIns="91440" bIns="45720" rtlCol="0" anchor="t">
            <a:spAutoFit/>
          </a:bodyPr>
          <a:lstStyle/>
          <a:p>
            <a:pPr algn="just"/>
            <a:r>
              <a:rPr lang="it-IT" sz="1400" dirty="0">
                <a:latin typeface="Raleway" pitchFamily="2" charset="77"/>
                <a:ea typeface="+mn-lt"/>
                <a:cs typeface="+mn-lt"/>
              </a:rPr>
              <a:t>Per rendere confrontabili le due analisi, i risultati della </a:t>
            </a:r>
            <a:r>
              <a:rPr lang="it-IT" sz="1400" b="1" dirty="0">
                <a:latin typeface="Raleway" pitchFamily="2" charset="77"/>
                <a:ea typeface="+mn-lt"/>
                <a:cs typeface="+mn-lt"/>
              </a:rPr>
              <a:t>survey sulla maturità DEIA</a:t>
            </a:r>
            <a:r>
              <a:rPr lang="it-IT" sz="1400" dirty="0">
                <a:latin typeface="Raleway" pitchFamily="2" charset="77"/>
                <a:ea typeface="+mn-lt"/>
                <a:cs typeface="+mn-lt"/>
              </a:rPr>
              <a:t> e quelli della </a:t>
            </a:r>
            <a:r>
              <a:rPr lang="it-IT" sz="1400" b="1" dirty="0">
                <a:latin typeface="Raleway" pitchFamily="2" charset="77"/>
                <a:ea typeface="+mn-lt"/>
                <a:cs typeface="+mn-lt"/>
              </a:rPr>
              <a:t>reportistica esterna DEIA</a:t>
            </a:r>
            <a:r>
              <a:rPr lang="it-IT" sz="1400" dirty="0">
                <a:latin typeface="Raleway" pitchFamily="2" charset="77"/>
                <a:ea typeface="+mn-lt"/>
                <a:cs typeface="+mn-lt"/>
              </a:rPr>
              <a:t> sono entrambi riportati su una stessa scala </a:t>
            </a:r>
            <a:r>
              <a:rPr lang="it-IT" sz="1400" b="1" dirty="0">
                <a:latin typeface="Raleway" pitchFamily="2" charset="77"/>
                <a:ea typeface="+mn-lt"/>
                <a:cs typeface="+mn-lt"/>
              </a:rPr>
              <a:t>1 a 4</a:t>
            </a:r>
            <a:r>
              <a:rPr lang="it-IT" sz="1400" dirty="0">
                <a:latin typeface="Raleway" pitchFamily="2" charset="77"/>
                <a:ea typeface="+mn-lt"/>
                <a:cs typeface="+mn-lt"/>
              </a:rPr>
              <a:t>. I due indicatori osservano aspetti diversi ma collegati: la survey misura quanto le pratiche DEIA siano effettivamente sviluppate all’interno dell’organizzazione, mentre l’analisi della reportistica valuta quanto queste pratiche siano comunicate all’esterno in modo chiaro, approfondito e strutturato.</a:t>
            </a:r>
            <a:endParaRPr lang="it-IT" sz="2000" dirty="0">
              <a:latin typeface="Raleway" pitchFamily="2" charset="77"/>
            </a:endParaRPr>
          </a:p>
          <a:p>
            <a:pPr algn="just"/>
            <a:endParaRPr lang="it-IT" sz="1400" dirty="0">
              <a:latin typeface="Raleway" pitchFamily="2" charset="77"/>
              <a:ea typeface="+mn-lt"/>
              <a:cs typeface="+mn-lt"/>
            </a:endParaRPr>
          </a:p>
          <a:p>
            <a:pPr algn="just"/>
            <a:r>
              <a:rPr lang="it-IT" sz="1400" dirty="0">
                <a:latin typeface="Raleway" pitchFamily="2" charset="77"/>
                <a:ea typeface="+mn-lt"/>
                <a:cs typeface="+mn-lt"/>
              </a:rPr>
              <a:t>Il confronto viene svolto per ciascun tema di reporting, associando a ogni area due punteggi: uno relativo alla </a:t>
            </a:r>
            <a:r>
              <a:rPr lang="it-IT" sz="1400" b="1" dirty="0">
                <a:latin typeface="Raleway" pitchFamily="2" charset="77"/>
                <a:ea typeface="+mn-lt"/>
                <a:cs typeface="+mn-lt"/>
              </a:rPr>
              <a:t>maturità DEIA </a:t>
            </a:r>
            <a:r>
              <a:rPr lang="it-IT" sz="1400" dirty="0">
                <a:latin typeface="Raleway" pitchFamily="2" charset="77"/>
                <a:ea typeface="+mn-lt"/>
                <a:cs typeface="+mn-lt"/>
              </a:rPr>
              <a:t>e uno relativo alla </a:t>
            </a:r>
            <a:r>
              <a:rPr lang="it-IT" sz="1400" b="1" dirty="0">
                <a:latin typeface="Raleway" pitchFamily="2" charset="77"/>
                <a:ea typeface="+mn-lt"/>
                <a:cs typeface="+mn-lt"/>
              </a:rPr>
              <a:t>qualità della comunicazione esterna</a:t>
            </a:r>
            <a:r>
              <a:rPr lang="it-IT" sz="1400" dirty="0">
                <a:latin typeface="Raleway" pitchFamily="2" charset="77"/>
                <a:ea typeface="+mn-lt"/>
                <a:cs typeface="+mn-lt"/>
              </a:rPr>
              <a:t>. Per farlo, viene effettuato un collegamento tramite codifica delle domande della survey in modo da associarle ai temi analizzati nella </a:t>
            </a:r>
            <a:r>
              <a:rPr lang="it-IT" sz="1400" dirty="0" err="1">
                <a:latin typeface="Raleway" pitchFamily="2" charset="77"/>
                <a:ea typeface="+mn-lt"/>
                <a:cs typeface="+mn-lt"/>
              </a:rPr>
              <a:t>content</a:t>
            </a:r>
            <a:r>
              <a:rPr lang="it-IT" sz="1400" dirty="0">
                <a:latin typeface="Raleway" pitchFamily="2" charset="77"/>
                <a:ea typeface="+mn-lt"/>
                <a:cs typeface="+mn-lt"/>
              </a:rPr>
              <a:t> </a:t>
            </a:r>
            <a:r>
              <a:rPr lang="it-IT" sz="1400" dirty="0" err="1">
                <a:latin typeface="Raleway" pitchFamily="2" charset="77"/>
                <a:ea typeface="+mn-lt"/>
                <a:cs typeface="+mn-lt"/>
              </a:rPr>
              <a:t>analysis</a:t>
            </a:r>
            <a:r>
              <a:rPr lang="it-IT" sz="1400" dirty="0">
                <a:latin typeface="Raleway" pitchFamily="2" charset="77"/>
                <a:ea typeface="+mn-lt"/>
                <a:cs typeface="+mn-lt"/>
              </a:rPr>
              <a:t>.</a:t>
            </a:r>
            <a:endParaRPr lang="it-IT" sz="2000" dirty="0">
              <a:latin typeface="Raleway" pitchFamily="2" charset="77"/>
            </a:endParaRPr>
          </a:p>
          <a:p>
            <a:pPr algn="just"/>
            <a:r>
              <a:rPr lang="it-IT" sz="1400" dirty="0">
                <a:latin typeface="Raleway" pitchFamily="2" charset="77"/>
                <a:ea typeface="+mn-lt"/>
                <a:cs typeface="+mn-lt"/>
              </a:rPr>
              <a:t>I risultati vengono poi rappresentati in una </a:t>
            </a:r>
            <a:r>
              <a:rPr lang="it-IT" sz="1400" b="1" dirty="0">
                <a:highlight>
                  <a:srgbClr val="FFFF00"/>
                </a:highlight>
                <a:latin typeface="Raleway" pitchFamily="2" charset="77"/>
                <a:ea typeface="+mn-lt"/>
                <a:cs typeface="+mn-lt"/>
              </a:rPr>
              <a:t>matrice di trasparenza</a:t>
            </a:r>
            <a:r>
              <a:rPr lang="it-IT" sz="1400" dirty="0">
                <a:latin typeface="Raleway" pitchFamily="2" charset="77"/>
                <a:ea typeface="+mn-lt"/>
                <a:cs typeface="+mn-lt"/>
              </a:rPr>
              <a:t>: l’asse orizzontale mostra il livello di maturità DEIA, mentre l’asse verticale mostra il livello della </a:t>
            </a:r>
            <a:r>
              <a:rPr lang="it-IT" sz="1400" dirty="0">
                <a:highlight>
                  <a:srgbClr val="FFFF00"/>
                </a:highlight>
                <a:latin typeface="Raleway" pitchFamily="2" charset="77"/>
                <a:ea typeface="+mn-lt"/>
                <a:cs typeface="+mn-lt"/>
              </a:rPr>
              <a:t>maturità</a:t>
            </a:r>
            <a:r>
              <a:rPr lang="it-IT" sz="1400" dirty="0">
                <a:latin typeface="Raleway" pitchFamily="2" charset="77"/>
                <a:ea typeface="+mn-lt"/>
                <a:cs typeface="+mn-lt"/>
              </a:rPr>
              <a:t> della reportistica. La matrice permette così di capire se, per ciascun tema, l’organizzazione comunica in modo coerente con ciò che effettivamente pratica, oppure se emergono disallineamenti tra </a:t>
            </a:r>
            <a:r>
              <a:rPr lang="it-IT" sz="1400" b="1" dirty="0">
                <a:latin typeface="Raleway" pitchFamily="2" charset="77"/>
                <a:ea typeface="+mn-lt"/>
                <a:cs typeface="+mn-lt"/>
              </a:rPr>
              <a:t>“praticato”</a:t>
            </a:r>
            <a:r>
              <a:rPr lang="it-IT" sz="1400" dirty="0">
                <a:latin typeface="Raleway" pitchFamily="2" charset="77"/>
                <a:ea typeface="+mn-lt"/>
                <a:cs typeface="+mn-lt"/>
              </a:rPr>
              <a:t> e </a:t>
            </a:r>
            <a:r>
              <a:rPr lang="it-IT" sz="1400" b="1" dirty="0">
                <a:latin typeface="Raleway" pitchFamily="2" charset="77"/>
                <a:ea typeface="+mn-lt"/>
                <a:cs typeface="+mn-lt"/>
              </a:rPr>
              <a:t>“comunicato”</a:t>
            </a:r>
            <a:r>
              <a:rPr lang="it-IT" sz="1400" dirty="0">
                <a:latin typeface="Raleway" pitchFamily="2" charset="77"/>
                <a:ea typeface="+mn-lt"/>
                <a:cs typeface="+mn-lt"/>
              </a:rPr>
              <a:t>.</a:t>
            </a:r>
            <a:endParaRPr lang="it-IT" sz="2000" dirty="0">
              <a:latin typeface="Raleway" pitchFamily="2" charset="77"/>
            </a:endParaRPr>
          </a:p>
          <a:p>
            <a:pPr algn="just"/>
            <a:endParaRPr lang="it-IT" sz="1400" dirty="0">
              <a:latin typeface="Raleway" pitchFamily="2" charset="77"/>
            </a:endParaRPr>
          </a:p>
          <a:p>
            <a:pPr algn="just"/>
            <a:endParaRPr lang="it-IT" sz="1400" dirty="0">
              <a:latin typeface="Raleway" pitchFamily="2" charset="77"/>
            </a:endParaRPr>
          </a:p>
          <a:p>
            <a:pPr algn="just"/>
            <a:endParaRPr lang="en-IT" sz="2000" dirty="0">
              <a:latin typeface="Raleway" pitchFamily="2" charset="77"/>
            </a:endParaRPr>
          </a:p>
        </p:txBody>
      </p:sp>
      <p:sp>
        <p:nvSpPr>
          <p:cNvPr id="3" name="Rettangolo 3">
            <a:extLst>
              <a:ext uri="{FF2B5EF4-FFF2-40B4-BE49-F238E27FC236}">
                <a16:creationId xmlns:a16="http://schemas.microsoft.com/office/drawing/2014/main" id="{C6AC1374-1825-EADC-7E5E-C6CD7CCC43A5}"/>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1449470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293FF-A2FE-8829-5497-A1E8BA7B7D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CF4F3C2-B00E-63BE-C8BF-FAC638A67AFF}"/>
              </a:ext>
            </a:extLst>
          </p:cNvPr>
          <p:cNvSpPr txBox="1"/>
          <p:nvPr/>
        </p:nvSpPr>
        <p:spPr>
          <a:xfrm>
            <a:off x="687517" y="1013374"/>
            <a:ext cx="5991727" cy="523220"/>
          </a:xfrm>
          <a:prstGeom prst="rect">
            <a:avLst/>
          </a:prstGeom>
          <a:noFill/>
        </p:spPr>
        <p:txBody>
          <a:bodyPr wrap="square" rtlCol="0">
            <a:spAutoFit/>
          </a:bodyPr>
          <a:lstStyle/>
          <a:p>
            <a:r>
              <a:rPr lang="en-IT" sz="2800">
                <a:latin typeface="Raleway" pitchFamily="2" charset="77"/>
              </a:rPr>
              <a:t>OUTPUT</a:t>
            </a:r>
          </a:p>
        </p:txBody>
      </p:sp>
      <p:sp>
        <p:nvSpPr>
          <p:cNvPr id="2" name="TextBox 1">
            <a:extLst>
              <a:ext uri="{FF2B5EF4-FFF2-40B4-BE49-F238E27FC236}">
                <a16:creationId xmlns:a16="http://schemas.microsoft.com/office/drawing/2014/main" id="{90E1F3CF-0657-30C6-1944-6C0217B6CDFA}"/>
              </a:ext>
            </a:extLst>
          </p:cNvPr>
          <p:cNvSpPr txBox="1"/>
          <p:nvPr/>
        </p:nvSpPr>
        <p:spPr>
          <a:xfrm>
            <a:off x="687518" y="1634715"/>
            <a:ext cx="3913894" cy="4383453"/>
          </a:xfrm>
          <a:prstGeom prst="rect">
            <a:avLst/>
          </a:prstGeom>
          <a:noFill/>
        </p:spPr>
        <p:txBody>
          <a:bodyPr wrap="square" lIns="91440" tIns="45720" rIns="91440" bIns="45720" rtlCol="0" anchor="t">
            <a:spAutoFit/>
          </a:bodyPr>
          <a:lstStyle/>
          <a:p>
            <a:pPr algn="just"/>
            <a:r>
              <a:rPr lang="it-IT" sz="1200" dirty="0">
                <a:latin typeface="Raleway" pitchFamily="2" charset="77"/>
                <a:ea typeface="+mn-lt"/>
                <a:cs typeface="+mn-lt"/>
              </a:rPr>
              <a:t>L’analisi di </a:t>
            </a:r>
            <a:r>
              <a:rPr lang="it-IT" sz="1200" dirty="0">
                <a:highlight>
                  <a:srgbClr val="FFFF00"/>
                </a:highlight>
                <a:latin typeface="Raleway" pitchFamily="2" charset="77"/>
                <a:ea typeface="+mn-lt"/>
                <a:cs typeface="+mn-lt"/>
              </a:rPr>
              <a:t>trasparenza</a:t>
            </a:r>
            <a:r>
              <a:rPr lang="it-IT" sz="1200" dirty="0">
                <a:latin typeface="Raleway" pitchFamily="2" charset="77"/>
                <a:ea typeface="+mn-lt"/>
                <a:cs typeface="+mn-lt"/>
              </a:rPr>
              <a:t> produce una </a:t>
            </a:r>
            <a:r>
              <a:rPr lang="it-IT" sz="1200" b="1" dirty="0">
                <a:latin typeface="Raleway" pitchFamily="2" charset="77"/>
                <a:ea typeface="+mn-lt"/>
                <a:cs typeface="+mn-lt"/>
              </a:rPr>
              <a:t>matrice</a:t>
            </a:r>
            <a:r>
              <a:rPr lang="it-IT" sz="1200" dirty="0">
                <a:latin typeface="Raleway" pitchFamily="2" charset="77"/>
                <a:ea typeface="+mn-lt"/>
                <a:cs typeface="+mn-lt"/>
              </a:rPr>
              <a:t> che confronta, per ciascun tema di reporting, la </a:t>
            </a:r>
            <a:r>
              <a:rPr lang="it-IT" sz="1200" b="1" dirty="0">
                <a:latin typeface="Raleway" pitchFamily="2" charset="77"/>
                <a:ea typeface="+mn-lt"/>
                <a:cs typeface="+mn-lt"/>
              </a:rPr>
              <a:t>maturità delle pratiche DEIA</a:t>
            </a:r>
            <a:r>
              <a:rPr lang="it-IT" sz="1200" dirty="0">
                <a:latin typeface="Raleway" pitchFamily="2" charset="77"/>
                <a:ea typeface="+mn-lt"/>
                <a:cs typeface="+mn-lt"/>
              </a:rPr>
              <a:t> rilevata tramite survey e la </a:t>
            </a:r>
            <a:r>
              <a:rPr lang="it-IT" sz="1200" b="1" dirty="0">
                <a:latin typeface="Raleway" pitchFamily="2" charset="77"/>
                <a:ea typeface="+mn-lt"/>
                <a:cs typeface="+mn-lt"/>
              </a:rPr>
              <a:t>qualità della reportistica esterna</a:t>
            </a:r>
            <a:r>
              <a:rPr lang="it-IT" sz="1200" dirty="0">
                <a:latin typeface="Raleway" pitchFamily="2" charset="77"/>
                <a:ea typeface="+mn-lt"/>
                <a:cs typeface="+mn-lt"/>
              </a:rPr>
              <a:t> valutata tramite </a:t>
            </a:r>
            <a:r>
              <a:rPr lang="it-IT" sz="1200" dirty="0" err="1">
                <a:latin typeface="Raleway" pitchFamily="2" charset="77"/>
                <a:ea typeface="+mn-lt"/>
                <a:cs typeface="+mn-lt"/>
              </a:rPr>
              <a:t>content</a:t>
            </a:r>
            <a:r>
              <a:rPr lang="it-IT" sz="1200" dirty="0">
                <a:latin typeface="Raleway" pitchFamily="2" charset="77"/>
                <a:ea typeface="+mn-lt"/>
                <a:cs typeface="+mn-lt"/>
              </a:rPr>
              <a:t> </a:t>
            </a:r>
            <a:r>
              <a:rPr lang="it-IT" sz="1200" dirty="0" err="1">
                <a:latin typeface="Raleway" pitchFamily="2" charset="77"/>
                <a:ea typeface="+mn-lt"/>
                <a:cs typeface="+mn-lt"/>
              </a:rPr>
              <a:t>analysis</a:t>
            </a:r>
            <a:r>
              <a:rPr lang="it-IT" sz="1200" dirty="0">
                <a:latin typeface="Raleway" pitchFamily="2" charset="77"/>
                <a:ea typeface="+mn-lt"/>
                <a:cs typeface="+mn-lt"/>
              </a:rPr>
              <a:t>. La matrice permette di visualizzare il grado di allineamento tra ciò che l’azienda </a:t>
            </a:r>
            <a:r>
              <a:rPr lang="it-IT" sz="1200" b="1" dirty="0">
                <a:latin typeface="Raleway" pitchFamily="2" charset="77"/>
                <a:ea typeface="+mn-lt"/>
                <a:cs typeface="+mn-lt"/>
              </a:rPr>
              <a:t>fa</a:t>
            </a:r>
            <a:r>
              <a:rPr lang="it-IT" sz="1200" dirty="0">
                <a:latin typeface="Raleway" pitchFamily="2" charset="77"/>
                <a:ea typeface="+mn-lt"/>
                <a:cs typeface="+mn-lt"/>
              </a:rPr>
              <a:t> e ciò che </a:t>
            </a:r>
            <a:r>
              <a:rPr lang="it-IT" sz="1200" b="1" dirty="0">
                <a:latin typeface="Raleway" pitchFamily="2" charset="77"/>
                <a:ea typeface="+mn-lt"/>
                <a:cs typeface="+mn-lt"/>
              </a:rPr>
              <a:t>comunica</a:t>
            </a:r>
            <a:r>
              <a:rPr lang="it-IT" sz="1200" dirty="0">
                <a:latin typeface="Raleway" pitchFamily="2" charset="77"/>
                <a:ea typeface="+mn-lt"/>
                <a:cs typeface="+mn-lt"/>
              </a:rPr>
              <a:t>, distinguendo tra aree coerenti, disallineamenti e priorità di intervento. In particolare, consente di individuare casi in cui pratiche DEIA mature non sono adeguatamente valorizzate nella comunicazione pubblica, oppure situazioni in cui la disclosure appare più sviluppata rispetto alla reale maturità organizzativa.</a:t>
            </a:r>
            <a:endParaRPr lang="it-IT" sz="1600" dirty="0">
              <a:latin typeface="Raleway" pitchFamily="2" charset="77"/>
            </a:endParaRPr>
          </a:p>
          <a:p>
            <a:pPr algn="just"/>
            <a:endParaRPr lang="it-IT" sz="1200" dirty="0">
              <a:latin typeface="Raleway" pitchFamily="2" charset="77"/>
              <a:ea typeface="+mn-lt"/>
              <a:cs typeface="+mn-lt"/>
            </a:endParaRPr>
          </a:p>
          <a:p>
            <a:pPr algn="just"/>
            <a:r>
              <a:rPr lang="it-IT" sz="1200" dirty="0">
                <a:latin typeface="Raleway" pitchFamily="2" charset="77"/>
                <a:ea typeface="+mn-lt"/>
                <a:cs typeface="+mn-lt"/>
              </a:rPr>
              <a:t>L’output finale supporta la definizione di </a:t>
            </a:r>
            <a:r>
              <a:rPr lang="it-IT" sz="1200" b="1" dirty="0">
                <a:latin typeface="Raleway" pitchFamily="2" charset="77"/>
                <a:ea typeface="+mn-lt"/>
                <a:cs typeface="+mn-lt"/>
              </a:rPr>
              <a:t>raccomandazioni operative differenziate</a:t>
            </a:r>
            <a:r>
              <a:rPr lang="it-IT" sz="1200" dirty="0">
                <a:latin typeface="Raleway" pitchFamily="2" charset="77"/>
                <a:ea typeface="+mn-lt"/>
                <a:cs typeface="+mn-lt"/>
              </a:rPr>
              <a:t>: migliorare qualità e completezza della comunicazione nelle aree con potenziale nascosto; rafforzare policy, processi e sistemi di monitoraggio dove la maturità interna è limitata; consolidare e valorizzare le aree in cui pratiche e disclosure risultano già ben allineate.</a:t>
            </a:r>
            <a:endParaRPr lang="it-IT" sz="1600" dirty="0">
              <a:latin typeface="Raleway" pitchFamily="2" charset="77"/>
            </a:endParaRPr>
          </a:p>
          <a:p>
            <a:pPr algn="just"/>
            <a:endParaRPr lang="en-IT" sz="1600" dirty="0">
              <a:latin typeface="Raleway" pitchFamily="2" charset="77"/>
            </a:endParaRPr>
          </a:p>
        </p:txBody>
      </p:sp>
      <p:sp>
        <p:nvSpPr>
          <p:cNvPr id="3" name="Rettangolo 3">
            <a:extLst>
              <a:ext uri="{FF2B5EF4-FFF2-40B4-BE49-F238E27FC236}">
                <a16:creationId xmlns:a16="http://schemas.microsoft.com/office/drawing/2014/main" id="{B7C5B02F-0D61-02BE-132B-BA10B2CFD93B}"/>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
        <p:nvSpPr>
          <p:cNvPr id="8" name="Title 39">
            <a:extLst>
              <a:ext uri="{FF2B5EF4-FFF2-40B4-BE49-F238E27FC236}">
                <a16:creationId xmlns:a16="http://schemas.microsoft.com/office/drawing/2014/main" id="{478D43AC-3AAA-5A9C-8C2F-390991A15667}"/>
              </a:ext>
            </a:extLst>
          </p:cNvPr>
          <p:cNvSpPr txBox="1">
            <a:spLocks/>
          </p:cNvSpPr>
          <p:nvPr/>
        </p:nvSpPr>
        <p:spPr>
          <a:xfrm>
            <a:off x="2373150" y="229641"/>
            <a:ext cx="9383357" cy="502749"/>
          </a:xfrm>
          <a:prstGeom prst="rect">
            <a:avLst/>
          </a:prstGeom>
        </p:spPr>
        <p:txBody>
          <a:bodyPr lIns="91440" tIns="45720" rIns="91440" bIns="45720" anchor="t">
            <a:noAutofit/>
          </a:bodyPr>
          <a:lstStyle>
            <a:defPPr>
              <a:defRPr lang="en-US"/>
            </a:defPPr>
            <a:lvl1pPr defTabSz="914400">
              <a:lnSpc>
                <a:spcPct val="100000"/>
              </a:lnSpc>
              <a:spcBef>
                <a:spcPct val="0"/>
              </a:spcBef>
              <a:buNone/>
              <a:defRPr sz="3500" b="1">
                <a:latin typeface="Poppins" panose="00000500000000000000" pitchFamily="50" charset="0"/>
                <a:ea typeface="+mj-ea"/>
                <a:cs typeface="Poppins" panose="00000500000000000000" pitchFamily="50" charset="0"/>
              </a:defRPr>
            </a:lvl1pPr>
          </a:lstStyle>
          <a:p>
            <a:r>
              <a:rPr lang="en-GB" dirty="0">
                <a:highlight>
                  <a:srgbClr val="00FFFF"/>
                </a:highlight>
                <a:latin typeface="Raleway" pitchFamily="2" charset="77"/>
                <a:cs typeface="Poppins"/>
              </a:rPr>
              <a:t>Matrice di </a:t>
            </a:r>
            <a:r>
              <a:rPr lang="en-GB" dirty="0" err="1">
                <a:highlight>
                  <a:srgbClr val="00FFFF"/>
                </a:highlight>
                <a:latin typeface="Raleway" pitchFamily="2" charset="77"/>
                <a:cs typeface="Poppins"/>
              </a:rPr>
              <a:t>trasparenza</a:t>
            </a:r>
            <a:r>
              <a:rPr lang="en-GB" dirty="0">
                <a:highlight>
                  <a:srgbClr val="00FFFF"/>
                </a:highlight>
                <a:latin typeface="Raleway" pitchFamily="2" charset="77"/>
                <a:cs typeface="Poppins"/>
              </a:rPr>
              <a:t>/COERENZA</a:t>
            </a:r>
          </a:p>
        </p:txBody>
      </p:sp>
      <p:sp>
        <p:nvSpPr>
          <p:cNvPr id="10" name="Shape 3">
            <a:extLst>
              <a:ext uri="{FF2B5EF4-FFF2-40B4-BE49-F238E27FC236}">
                <a16:creationId xmlns:a16="http://schemas.microsoft.com/office/drawing/2014/main" id="{816CFF58-6220-868F-3708-58F61209AC3E}"/>
              </a:ext>
            </a:extLst>
          </p:cNvPr>
          <p:cNvSpPr/>
          <p:nvPr/>
        </p:nvSpPr>
        <p:spPr>
          <a:xfrm>
            <a:off x="5141261" y="1450870"/>
            <a:ext cx="3200400" cy="2377440"/>
          </a:xfrm>
          <a:prstGeom prst="rect">
            <a:avLst/>
          </a:prstGeom>
          <a:solidFill>
            <a:srgbClr val="FFFAEB"/>
          </a:solidFill>
          <a:ln w="12700">
            <a:solidFill>
              <a:srgbClr val="FFFFFF"/>
            </a:solidFill>
            <a:prstDash val="solid"/>
          </a:ln>
        </p:spPr>
        <p:txBody>
          <a:bodyPr/>
          <a:lstStyle/>
          <a:p>
            <a:endParaRPr lang="en-GB">
              <a:latin typeface="Raleway" pitchFamily="2" charset="77"/>
              <a:cs typeface="Poppins" pitchFamily="2" charset="77"/>
            </a:endParaRPr>
          </a:p>
        </p:txBody>
      </p:sp>
      <p:sp>
        <p:nvSpPr>
          <p:cNvPr id="12" name="Shape 4">
            <a:extLst>
              <a:ext uri="{FF2B5EF4-FFF2-40B4-BE49-F238E27FC236}">
                <a16:creationId xmlns:a16="http://schemas.microsoft.com/office/drawing/2014/main" id="{0D47CF09-8843-6975-216F-B0D39899A2F2}"/>
              </a:ext>
            </a:extLst>
          </p:cNvPr>
          <p:cNvSpPr/>
          <p:nvPr/>
        </p:nvSpPr>
        <p:spPr>
          <a:xfrm>
            <a:off x="8341661" y="1450870"/>
            <a:ext cx="3200400" cy="2377440"/>
          </a:xfrm>
          <a:prstGeom prst="rect">
            <a:avLst/>
          </a:prstGeom>
          <a:solidFill>
            <a:srgbClr val="ECFDF3"/>
          </a:solidFill>
          <a:ln w="12700">
            <a:solidFill>
              <a:srgbClr val="FFFFFF"/>
            </a:solidFill>
            <a:prstDash val="solid"/>
          </a:ln>
        </p:spPr>
        <p:txBody>
          <a:bodyPr/>
          <a:lstStyle/>
          <a:p>
            <a:endParaRPr lang="en-GB">
              <a:latin typeface="Raleway" pitchFamily="2" charset="77"/>
              <a:cs typeface="Poppins" pitchFamily="2" charset="77"/>
            </a:endParaRPr>
          </a:p>
        </p:txBody>
      </p:sp>
      <p:sp>
        <p:nvSpPr>
          <p:cNvPr id="14" name="Shape 5">
            <a:extLst>
              <a:ext uri="{FF2B5EF4-FFF2-40B4-BE49-F238E27FC236}">
                <a16:creationId xmlns:a16="http://schemas.microsoft.com/office/drawing/2014/main" id="{205AFEF0-E658-B022-7174-1851F835D37A}"/>
              </a:ext>
            </a:extLst>
          </p:cNvPr>
          <p:cNvSpPr/>
          <p:nvPr/>
        </p:nvSpPr>
        <p:spPr>
          <a:xfrm>
            <a:off x="5141261" y="3828310"/>
            <a:ext cx="3200400" cy="2377440"/>
          </a:xfrm>
          <a:prstGeom prst="rect">
            <a:avLst/>
          </a:prstGeom>
          <a:solidFill>
            <a:srgbClr val="F2F4F7"/>
          </a:solidFill>
          <a:ln w="12700">
            <a:solidFill>
              <a:srgbClr val="FFFFFF"/>
            </a:solidFill>
            <a:prstDash val="solid"/>
          </a:ln>
        </p:spPr>
        <p:txBody>
          <a:bodyPr/>
          <a:lstStyle/>
          <a:p>
            <a:endParaRPr lang="en-GB">
              <a:latin typeface="Raleway" pitchFamily="2" charset="77"/>
              <a:cs typeface="Poppins" pitchFamily="2" charset="77"/>
            </a:endParaRPr>
          </a:p>
        </p:txBody>
      </p:sp>
      <p:sp>
        <p:nvSpPr>
          <p:cNvPr id="16" name="Shape 6">
            <a:extLst>
              <a:ext uri="{FF2B5EF4-FFF2-40B4-BE49-F238E27FC236}">
                <a16:creationId xmlns:a16="http://schemas.microsoft.com/office/drawing/2014/main" id="{FD149365-7BB7-3B4A-B76E-9D106153731C}"/>
              </a:ext>
            </a:extLst>
          </p:cNvPr>
          <p:cNvSpPr/>
          <p:nvPr/>
        </p:nvSpPr>
        <p:spPr>
          <a:xfrm>
            <a:off x="8341661" y="3828310"/>
            <a:ext cx="3200400" cy="2377440"/>
          </a:xfrm>
          <a:prstGeom prst="rect">
            <a:avLst/>
          </a:prstGeom>
          <a:solidFill>
            <a:srgbClr val="FEF3F2"/>
          </a:solidFill>
          <a:ln w="12700">
            <a:solidFill>
              <a:srgbClr val="FFFFFF"/>
            </a:solidFill>
            <a:prstDash val="solid"/>
          </a:ln>
        </p:spPr>
        <p:txBody>
          <a:bodyPr/>
          <a:lstStyle/>
          <a:p>
            <a:endParaRPr lang="en-GB">
              <a:latin typeface="Raleway" pitchFamily="2" charset="77"/>
              <a:cs typeface="Poppins" pitchFamily="2" charset="77"/>
            </a:endParaRPr>
          </a:p>
        </p:txBody>
      </p:sp>
      <p:sp>
        <p:nvSpPr>
          <p:cNvPr id="20" name="Shape 8">
            <a:extLst>
              <a:ext uri="{FF2B5EF4-FFF2-40B4-BE49-F238E27FC236}">
                <a16:creationId xmlns:a16="http://schemas.microsoft.com/office/drawing/2014/main" id="{BB52D667-8137-33BC-C0EE-5244143567D4}"/>
              </a:ext>
            </a:extLst>
          </p:cNvPr>
          <p:cNvSpPr/>
          <p:nvPr/>
        </p:nvSpPr>
        <p:spPr>
          <a:xfrm>
            <a:off x="4742119" y="892070"/>
            <a:ext cx="0" cy="4754880"/>
          </a:xfrm>
          <a:prstGeom prst="line">
            <a:avLst/>
          </a:prstGeom>
          <a:noFill/>
          <a:ln w="15240">
            <a:solidFill>
              <a:srgbClr val="FFFFFF"/>
            </a:solidFill>
            <a:prstDash val="solid"/>
          </a:ln>
        </p:spPr>
        <p:txBody>
          <a:bodyPr/>
          <a:lstStyle/>
          <a:p>
            <a:endParaRPr lang="en-GB">
              <a:latin typeface="Poppins" pitchFamily="2" charset="77"/>
              <a:cs typeface="Poppins" pitchFamily="2" charset="77"/>
            </a:endParaRPr>
          </a:p>
        </p:txBody>
      </p:sp>
      <p:sp>
        <p:nvSpPr>
          <p:cNvPr id="22" name="Text 9">
            <a:extLst>
              <a:ext uri="{FF2B5EF4-FFF2-40B4-BE49-F238E27FC236}">
                <a16:creationId xmlns:a16="http://schemas.microsoft.com/office/drawing/2014/main" id="{13EF67DF-DD30-3EDA-438E-CE25EFB84402}"/>
              </a:ext>
            </a:extLst>
          </p:cNvPr>
          <p:cNvSpPr/>
          <p:nvPr/>
        </p:nvSpPr>
        <p:spPr>
          <a:xfrm>
            <a:off x="8733500" y="3967647"/>
            <a:ext cx="2468880" cy="365760"/>
          </a:xfrm>
          <a:prstGeom prst="rect">
            <a:avLst/>
          </a:prstGeom>
          <a:noFill/>
          <a:ln/>
        </p:spPr>
        <p:txBody>
          <a:bodyPr wrap="square" lIns="0" tIns="0" rIns="0" bIns="0" rtlCol="0" anchor="ctr">
            <a:normAutofit/>
          </a:bodyPr>
          <a:lstStyle/>
          <a:p>
            <a:pPr algn="r"/>
            <a:r>
              <a:rPr lang="en-US" sz="1000" b="1" dirty="0">
                <a:solidFill>
                  <a:srgbClr val="F79009"/>
                </a:solidFill>
                <a:latin typeface="Poppins"/>
                <a:cs typeface="Poppins"/>
              </a:rPr>
              <a:t> </a:t>
            </a:r>
            <a:r>
              <a:rPr lang="it" sz="1400" b="1" dirty="0">
                <a:solidFill>
                  <a:srgbClr val="F79009"/>
                </a:solidFill>
                <a:latin typeface="Raleway" pitchFamily="2" charset="77"/>
                <a:cs typeface="Poppins"/>
              </a:rPr>
              <a:t>POTENZIALE NASCOSTO</a:t>
            </a:r>
            <a:endParaRPr lang="en-US" sz="1400" b="1" dirty="0">
              <a:solidFill>
                <a:srgbClr val="F79009"/>
              </a:solidFill>
              <a:latin typeface="Raleway" pitchFamily="2" charset="77"/>
              <a:cs typeface="Poppins"/>
            </a:endParaRPr>
          </a:p>
        </p:txBody>
      </p:sp>
      <p:sp>
        <p:nvSpPr>
          <p:cNvPr id="24" name="Text 10">
            <a:extLst>
              <a:ext uri="{FF2B5EF4-FFF2-40B4-BE49-F238E27FC236}">
                <a16:creationId xmlns:a16="http://schemas.microsoft.com/office/drawing/2014/main" id="{E8450F87-147C-7F2D-6CB2-753D457A17B1}"/>
              </a:ext>
            </a:extLst>
          </p:cNvPr>
          <p:cNvSpPr/>
          <p:nvPr/>
        </p:nvSpPr>
        <p:spPr>
          <a:xfrm>
            <a:off x="8736413" y="1633750"/>
            <a:ext cx="2468880" cy="365760"/>
          </a:xfrm>
          <a:prstGeom prst="rect">
            <a:avLst/>
          </a:prstGeom>
          <a:noFill/>
          <a:ln/>
        </p:spPr>
        <p:txBody>
          <a:bodyPr wrap="square" lIns="0" tIns="0" rIns="0" bIns="0" rtlCol="0" anchor="ctr">
            <a:normAutofit/>
          </a:bodyPr>
          <a:lstStyle/>
          <a:p>
            <a:pPr algn="r"/>
            <a:r>
              <a:rPr lang="it" sz="1400" b="1" dirty="0">
                <a:solidFill>
                  <a:srgbClr val="12B76A"/>
                </a:solidFill>
                <a:latin typeface="Raleway" pitchFamily="2" charset="77"/>
                <a:cs typeface="Poppins"/>
              </a:rPr>
              <a:t>COERENZA VIRTUOSA</a:t>
            </a:r>
            <a:endParaRPr lang="it-IT" sz="1400" dirty="0">
              <a:latin typeface="Raleway" pitchFamily="2" charset="77"/>
              <a:cs typeface="Poppins"/>
            </a:endParaRPr>
          </a:p>
        </p:txBody>
      </p:sp>
      <p:sp>
        <p:nvSpPr>
          <p:cNvPr id="26" name="Text 11">
            <a:extLst>
              <a:ext uri="{FF2B5EF4-FFF2-40B4-BE49-F238E27FC236}">
                <a16:creationId xmlns:a16="http://schemas.microsoft.com/office/drawing/2014/main" id="{6909DB1A-028C-BC55-FE8E-90209CDEB1FA}"/>
              </a:ext>
            </a:extLst>
          </p:cNvPr>
          <p:cNvSpPr/>
          <p:nvPr/>
        </p:nvSpPr>
        <p:spPr>
          <a:xfrm>
            <a:off x="5324141" y="3967647"/>
            <a:ext cx="2651760" cy="365760"/>
          </a:xfrm>
          <a:prstGeom prst="rect">
            <a:avLst/>
          </a:prstGeom>
          <a:noFill/>
          <a:ln/>
        </p:spPr>
        <p:txBody>
          <a:bodyPr wrap="square" lIns="0" tIns="0" rIns="0" bIns="0" rtlCol="0" anchor="ctr">
            <a:normAutofit/>
          </a:bodyPr>
          <a:lstStyle/>
          <a:p>
            <a:r>
              <a:rPr lang="en-US" sz="1400" b="1" dirty="0">
                <a:solidFill>
                  <a:srgbClr val="667085"/>
                </a:solidFill>
                <a:latin typeface="Raleway" pitchFamily="2" charset="77"/>
                <a:cs typeface="Poppins"/>
              </a:rPr>
              <a:t>AREA </a:t>
            </a:r>
            <a:r>
              <a:rPr lang="it" sz="1400" b="1" dirty="0">
                <a:solidFill>
                  <a:srgbClr val="667085"/>
                </a:solidFill>
                <a:latin typeface="Raleway" pitchFamily="2" charset="77"/>
                <a:cs typeface="Poppins"/>
              </a:rPr>
              <a:t>FRAGILE</a:t>
            </a:r>
            <a:endParaRPr lang="en-US" sz="1400" b="1" dirty="0">
              <a:solidFill>
                <a:srgbClr val="667085"/>
              </a:solidFill>
              <a:latin typeface="Raleway" pitchFamily="2" charset="77"/>
              <a:cs typeface="Poppins"/>
            </a:endParaRPr>
          </a:p>
        </p:txBody>
      </p:sp>
      <p:sp>
        <p:nvSpPr>
          <p:cNvPr id="28" name="Text 12">
            <a:extLst>
              <a:ext uri="{FF2B5EF4-FFF2-40B4-BE49-F238E27FC236}">
                <a16:creationId xmlns:a16="http://schemas.microsoft.com/office/drawing/2014/main" id="{6CCD02A1-3F38-212C-888A-B532CCED2A1E}"/>
              </a:ext>
            </a:extLst>
          </p:cNvPr>
          <p:cNvSpPr/>
          <p:nvPr/>
        </p:nvSpPr>
        <p:spPr>
          <a:xfrm>
            <a:off x="5323723" y="1636399"/>
            <a:ext cx="2788920" cy="365760"/>
          </a:xfrm>
          <a:prstGeom prst="rect">
            <a:avLst/>
          </a:prstGeom>
          <a:noFill/>
          <a:ln/>
        </p:spPr>
        <p:txBody>
          <a:bodyPr wrap="square" lIns="0" tIns="0" rIns="0" bIns="0" rtlCol="0" anchor="ctr">
            <a:normAutofit/>
          </a:bodyPr>
          <a:lstStyle/>
          <a:p>
            <a:r>
              <a:rPr lang="it" sz="1400" b="1" dirty="0">
                <a:solidFill>
                  <a:srgbClr val="F04438"/>
                </a:solidFill>
                <a:latin typeface="Raleway" pitchFamily="2" charset="77"/>
                <a:cs typeface="Poppins"/>
              </a:rPr>
              <a:t>SOVRAESPOSIZIONE</a:t>
            </a:r>
            <a:endParaRPr lang="en-US" sz="1400" b="1" dirty="0">
              <a:solidFill>
                <a:srgbClr val="F04438"/>
              </a:solidFill>
              <a:latin typeface="Raleway" pitchFamily="2" charset="77"/>
              <a:cs typeface="Poppins"/>
            </a:endParaRPr>
          </a:p>
        </p:txBody>
      </p:sp>
      <p:sp>
        <p:nvSpPr>
          <p:cNvPr id="30" name="Text 15">
            <a:extLst>
              <a:ext uri="{FF2B5EF4-FFF2-40B4-BE49-F238E27FC236}">
                <a16:creationId xmlns:a16="http://schemas.microsoft.com/office/drawing/2014/main" id="{2B689C9B-F491-C91A-7739-2366F81DE67C}"/>
              </a:ext>
            </a:extLst>
          </p:cNvPr>
          <p:cNvSpPr/>
          <p:nvPr/>
        </p:nvSpPr>
        <p:spPr>
          <a:xfrm>
            <a:off x="4604959" y="5683526"/>
            <a:ext cx="274320" cy="146304"/>
          </a:xfrm>
          <a:prstGeom prst="rect">
            <a:avLst/>
          </a:prstGeom>
          <a:noFill/>
          <a:ln/>
        </p:spPr>
        <p:txBody>
          <a:bodyPr wrap="square" lIns="0" tIns="0" rIns="0" bIns="0" rtlCol="0" anchor="ctr"/>
          <a:lstStyle/>
          <a:p>
            <a:pPr marL="0" indent="0">
              <a:buNone/>
            </a:pPr>
            <a:r>
              <a:rPr lang="en-US" sz="700">
                <a:solidFill>
                  <a:srgbClr val="667085"/>
                </a:solidFill>
                <a:latin typeface="Poppins" pitchFamily="2" charset="77"/>
                <a:cs typeface="Poppins" pitchFamily="2" charset="77"/>
              </a:rPr>
              <a:t>2,5</a:t>
            </a:r>
            <a:endParaRPr lang="en-US" sz="700">
              <a:latin typeface="Poppins" pitchFamily="2" charset="77"/>
              <a:cs typeface="Poppins" pitchFamily="2" charset="77"/>
            </a:endParaRPr>
          </a:p>
        </p:txBody>
      </p:sp>
      <p:sp>
        <p:nvSpPr>
          <p:cNvPr id="32" name="Text 13">
            <a:extLst>
              <a:ext uri="{FF2B5EF4-FFF2-40B4-BE49-F238E27FC236}">
                <a16:creationId xmlns:a16="http://schemas.microsoft.com/office/drawing/2014/main" id="{11DDEECD-D4C5-E105-DA22-D8E57B4DD5AE}"/>
              </a:ext>
            </a:extLst>
          </p:cNvPr>
          <p:cNvSpPr/>
          <p:nvPr/>
        </p:nvSpPr>
        <p:spPr>
          <a:xfrm>
            <a:off x="8113496" y="6272515"/>
            <a:ext cx="1828800" cy="164592"/>
          </a:xfrm>
          <a:prstGeom prst="rect">
            <a:avLst/>
          </a:prstGeom>
          <a:noFill/>
          <a:ln/>
        </p:spPr>
        <p:txBody>
          <a:bodyPr wrap="square" lIns="0" tIns="0" rIns="0" bIns="0" rtlCol="0" anchor="ctr"/>
          <a:lstStyle/>
          <a:p>
            <a:r>
              <a:rPr lang="en-US" sz="800">
                <a:solidFill>
                  <a:srgbClr val="667085"/>
                </a:solidFill>
              </a:rPr>
              <a:t>DEIA maturity </a:t>
            </a:r>
            <a:endParaRPr lang="en-US" sz="800"/>
          </a:p>
        </p:txBody>
      </p:sp>
      <p:sp>
        <p:nvSpPr>
          <p:cNvPr id="34" name="Text 14">
            <a:extLst>
              <a:ext uri="{FF2B5EF4-FFF2-40B4-BE49-F238E27FC236}">
                <a16:creationId xmlns:a16="http://schemas.microsoft.com/office/drawing/2014/main" id="{D578910C-0394-C6BA-D254-D551F1431DC4}"/>
              </a:ext>
            </a:extLst>
          </p:cNvPr>
          <p:cNvSpPr/>
          <p:nvPr/>
        </p:nvSpPr>
        <p:spPr>
          <a:xfrm rot="16200000">
            <a:off x="4425743" y="3174514"/>
            <a:ext cx="1065276" cy="1234440"/>
          </a:xfrm>
          <a:prstGeom prst="rect">
            <a:avLst/>
          </a:prstGeom>
          <a:noFill/>
          <a:ln/>
        </p:spPr>
        <p:txBody>
          <a:bodyPr wrap="square" lIns="0" tIns="0" rIns="0" bIns="0" rtlCol="0" anchor="ctr"/>
          <a:lstStyle/>
          <a:p>
            <a:pPr marL="0" indent="0">
              <a:buNone/>
            </a:pPr>
            <a:r>
              <a:rPr lang="en-US" sz="800">
                <a:solidFill>
                  <a:srgbClr val="667085"/>
                </a:solidFill>
              </a:rPr>
              <a:t>External reporting</a:t>
            </a:r>
            <a:endParaRPr lang="en-US" sz="800"/>
          </a:p>
        </p:txBody>
      </p:sp>
      <p:sp>
        <p:nvSpPr>
          <p:cNvPr id="36" name="Text 53">
            <a:extLst>
              <a:ext uri="{FF2B5EF4-FFF2-40B4-BE49-F238E27FC236}">
                <a16:creationId xmlns:a16="http://schemas.microsoft.com/office/drawing/2014/main" id="{A95FB5A6-BA84-6802-A1C9-5B4E7C793179}"/>
              </a:ext>
            </a:extLst>
          </p:cNvPr>
          <p:cNvSpPr/>
          <p:nvPr/>
        </p:nvSpPr>
        <p:spPr>
          <a:xfrm>
            <a:off x="2524699" y="2172230"/>
            <a:ext cx="1234440" cy="182880"/>
          </a:xfrm>
          <a:prstGeom prst="rect">
            <a:avLst/>
          </a:prstGeom>
          <a:noFill/>
          <a:ln/>
        </p:spPr>
        <p:txBody>
          <a:bodyPr wrap="square" lIns="0" tIns="0" rIns="0" bIns="0" rtlCol="0" anchor="ctr">
            <a:normAutofit/>
          </a:bodyPr>
          <a:lstStyle/>
          <a:p>
            <a:pPr marL="0" indent="0">
              <a:buNone/>
            </a:pPr>
            <a:endParaRPr lang="en-US" sz="900">
              <a:latin typeface="Poppins" pitchFamily="2" charset="77"/>
              <a:cs typeface="Poppins" pitchFamily="2" charset="77"/>
            </a:endParaRPr>
          </a:p>
        </p:txBody>
      </p:sp>
      <p:sp>
        <p:nvSpPr>
          <p:cNvPr id="40" name="CasellaDiTesto 39">
            <a:extLst>
              <a:ext uri="{FF2B5EF4-FFF2-40B4-BE49-F238E27FC236}">
                <a16:creationId xmlns:a16="http://schemas.microsoft.com/office/drawing/2014/main" id="{39F89AD4-7473-13BB-7981-9B047EA96F96}"/>
              </a:ext>
            </a:extLst>
          </p:cNvPr>
          <p:cNvSpPr txBox="1"/>
          <p:nvPr/>
        </p:nvSpPr>
        <p:spPr>
          <a:xfrm>
            <a:off x="8710461" y="4400172"/>
            <a:ext cx="2492355" cy="1169551"/>
          </a:xfrm>
          <a:prstGeom prst="rect">
            <a:avLst/>
          </a:prstGeom>
          <a:noFill/>
        </p:spPr>
        <p:txBody>
          <a:bodyPr wrap="square" lIns="91440" tIns="45720" rIns="91440" bIns="45720" anchor="t">
            <a:spAutoFit/>
          </a:bodyPr>
          <a:lstStyle/>
          <a:p>
            <a:pPr algn="r">
              <a:buNone/>
            </a:pPr>
            <a:r>
              <a:rPr lang="it-NL" sz="1400" kern="1200" cap="none" baseline="0">
                <a:solidFill>
                  <a:schemeClr val="tx1">
                    <a:lumMod val="65000"/>
                    <a:lumOff val="35000"/>
                  </a:schemeClr>
                </a:solidFill>
                <a:effectLst/>
                <a:latin typeface="Raleway" pitchFamily="2" charset="77"/>
                <a:cs typeface="Poppins"/>
              </a:rPr>
              <a:t>Le </a:t>
            </a:r>
            <a:r>
              <a:rPr lang="it-NL" sz="1400" kern="1200" cap="none" baseline="0" err="1">
                <a:solidFill>
                  <a:schemeClr val="tx1">
                    <a:lumMod val="65000"/>
                    <a:lumOff val="35000"/>
                  </a:schemeClr>
                </a:solidFill>
                <a:effectLst/>
                <a:latin typeface="Raleway" pitchFamily="2" charset="77"/>
                <a:cs typeface="Poppins"/>
              </a:rPr>
              <a:t>pratiche</a:t>
            </a:r>
            <a:r>
              <a:rPr lang="it-NL" sz="1400" kern="1200" cap="none" baseline="0">
                <a:solidFill>
                  <a:schemeClr val="tx1">
                    <a:lumMod val="65000"/>
                    <a:lumOff val="35000"/>
                  </a:schemeClr>
                </a:solidFill>
                <a:effectLst/>
                <a:latin typeface="Raleway" pitchFamily="2" charset="77"/>
                <a:cs typeface="Poppins"/>
              </a:rPr>
              <a:t> interne </a:t>
            </a:r>
            <a:r>
              <a:rPr lang="it-NL" sz="1400" kern="1200" cap="none" baseline="0" err="1">
                <a:solidFill>
                  <a:schemeClr val="tx1">
                    <a:lumMod val="65000"/>
                    <a:lumOff val="35000"/>
                  </a:schemeClr>
                </a:solidFill>
                <a:effectLst/>
                <a:latin typeface="Raleway" pitchFamily="2" charset="77"/>
                <a:cs typeface="Poppins"/>
              </a:rPr>
              <a:t>esistono</a:t>
            </a:r>
            <a:r>
              <a:rPr lang="it-NL" sz="1400" kern="1200" cap="none" baseline="0">
                <a:solidFill>
                  <a:schemeClr val="tx1">
                    <a:lumMod val="65000"/>
                    <a:lumOff val="35000"/>
                  </a:schemeClr>
                </a:solidFill>
                <a:effectLst/>
                <a:latin typeface="Raleway" pitchFamily="2" charset="77"/>
                <a:cs typeface="Poppins"/>
              </a:rPr>
              <a:t>, ma non </a:t>
            </a:r>
            <a:r>
              <a:rPr lang="it-NL" sz="1400" kern="1200" cap="none" baseline="0" err="1">
                <a:solidFill>
                  <a:schemeClr val="tx1">
                    <a:lumMod val="65000"/>
                    <a:lumOff val="35000"/>
                  </a:schemeClr>
                </a:solidFill>
                <a:effectLst/>
                <a:latin typeface="Raleway" pitchFamily="2" charset="77"/>
                <a:cs typeface="Poppins"/>
              </a:rPr>
              <a:t>sono</a:t>
            </a:r>
            <a:r>
              <a:rPr lang="it-NL" sz="1400" kern="1200" cap="none" baseline="0">
                <a:solidFill>
                  <a:schemeClr val="tx1">
                    <a:lumMod val="65000"/>
                    <a:lumOff val="35000"/>
                  </a:schemeClr>
                </a:solidFill>
                <a:effectLst/>
                <a:latin typeface="Raleway" pitchFamily="2" charset="77"/>
                <a:cs typeface="Poppins"/>
              </a:rPr>
              <a:t> </a:t>
            </a:r>
            <a:r>
              <a:rPr lang="it-NL" sz="1400" kern="1200" cap="none" baseline="0" err="1">
                <a:solidFill>
                  <a:schemeClr val="tx1">
                    <a:lumMod val="65000"/>
                    <a:lumOff val="35000"/>
                  </a:schemeClr>
                </a:solidFill>
                <a:effectLst/>
                <a:latin typeface="Raleway" pitchFamily="2" charset="77"/>
                <a:cs typeface="Poppins"/>
              </a:rPr>
              <a:t>trasferite</a:t>
            </a:r>
            <a:r>
              <a:rPr lang="it-NL" sz="1400" kern="1200" cap="none" baseline="0">
                <a:solidFill>
                  <a:schemeClr val="tx1">
                    <a:lumMod val="65000"/>
                    <a:lumOff val="35000"/>
                  </a:schemeClr>
                </a:solidFill>
                <a:effectLst/>
                <a:latin typeface="Raleway" pitchFamily="2" charset="77"/>
                <a:cs typeface="Poppins"/>
              </a:rPr>
              <a:t> </a:t>
            </a:r>
            <a:r>
              <a:rPr lang="it-NL" sz="1400" kern="1200" cap="none" baseline="0" err="1">
                <a:solidFill>
                  <a:schemeClr val="tx1">
                    <a:lumMod val="65000"/>
                    <a:lumOff val="35000"/>
                  </a:schemeClr>
                </a:solidFill>
                <a:effectLst/>
                <a:latin typeface="Raleway" pitchFamily="2" charset="77"/>
                <a:cs typeface="Poppins"/>
              </a:rPr>
              <a:t>all’esterno</a:t>
            </a:r>
            <a:r>
              <a:rPr lang="it-NL" sz="1400" kern="1200" cap="none" baseline="0">
                <a:solidFill>
                  <a:schemeClr val="tx1">
                    <a:lumMod val="65000"/>
                    <a:lumOff val="35000"/>
                  </a:schemeClr>
                </a:solidFill>
                <a:effectLst/>
                <a:latin typeface="Raleway" pitchFamily="2" charset="77"/>
                <a:cs typeface="Poppins"/>
              </a:rPr>
              <a:t> e </a:t>
            </a:r>
            <a:r>
              <a:rPr lang="it-NL" sz="1400">
                <a:solidFill>
                  <a:schemeClr val="tx1">
                    <a:lumMod val="65000"/>
                    <a:lumOff val="35000"/>
                  </a:schemeClr>
                </a:solidFill>
                <a:latin typeface="Raleway" pitchFamily="2" charset="77"/>
                <a:cs typeface="Poppins"/>
              </a:rPr>
              <a:t>comunicate</a:t>
            </a:r>
            <a:r>
              <a:rPr lang="it-NL" sz="1400" kern="1200" cap="none" baseline="0">
                <a:solidFill>
                  <a:schemeClr val="tx1">
                    <a:lumMod val="65000"/>
                    <a:lumOff val="35000"/>
                  </a:schemeClr>
                </a:solidFill>
                <a:effectLst/>
                <a:latin typeface="Raleway" pitchFamily="2" charset="77"/>
                <a:cs typeface="Poppins"/>
              </a:rPr>
              <a:t> in modo </a:t>
            </a:r>
            <a:r>
              <a:rPr lang="it-NL" sz="1400" kern="1200" cap="none" baseline="0" err="1">
                <a:solidFill>
                  <a:schemeClr val="tx1">
                    <a:lumMod val="65000"/>
                    <a:lumOff val="35000"/>
                  </a:schemeClr>
                </a:solidFill>
                <a:effectLst/>
                <a:latin typeface="Raleway" pitchFamily="2" charset="77"/>
                <a:cs typeface="Poppins"/>
              </a:rPr>
              <a:t>corretto</a:t>
            </a:r>
            <a:endParaRPr lang="it-IT" sz="1400" kern="1200" cap="none" baseline="0" dirty="0">
              <a:solidFill>
                <a:schemeClr val="tx1">
                  <a:lumMod val="65000"/>
                  <a:lumOff val="35000"/>
                </a:schemeClr>
              </a:solidFill>
              <a:effectLst/>
              <a:latin typeface="Raleway" pitchFamily="2" charset="77"/>
              <a:cs typeface="Poppins"/>
            </a:endParaRPr>
          </a:p>
        </p:txBody>
      </p:sp>
      <p:sp>
        <p:nvSpPr>
          <p:cNvPr id="42" name="CasellaDiTesto 41">
            <a:extLst>
              <a:ext uri="{FF2B5EF4-FFF2-40B4-BE49-F238E27FC236}">
                <a16:creationId xmlns:a16="http://schemas.microsoft.com/office/drawing/2014/main" id="{87499CB9-C195-C213-CAEE-08A26B83A3AE}"/>
              </a:ext>
            </a:extLst>
          </p:cNvPr>
          <p:cNvSpPr txBox="1"/>
          <p:nvPr/>
        </p:nvSpPr>
        <p:spPr>
          <a:xfrm>
            <a:off x="5324141" y="2082245"/>
            <a:ext cx="2443875" cy="954107"/>
          </a:xfrm>
          <a:prstGeom prst="rect">
            <a:avLst/>
          </a:prstGeom>
          <a:noFill/>
        </p:spPr>
        <p:txBody>
          <a:bodyPr wrap="square" lIns="91440" tIns="45720" rIns="91440" bIns="45720" anchor="t">
            <a:spAutoFit/>
          </a:bodyPr>
          <a:lstStyle/>
          <a:p>
            <a:r>
              <a:rPr lang="it-NL" sz="1400">
                <a:solidFill>
                  <a:schemeClr val="tx1">
                    <a:lumMod val="65000"/>
                    <a:lumOff val="35000"/>
                  </a:schemeClr>
                </a:solidFill>
                <a:latin typeface="Raleway" pitchFamily="2" charset="77"/>
                <a:cs typeface="Poppins"/>
              </a:rPr>
              <a:t>La </a:t>
            </a:r>
            <a:r>
              <a:rPr lang="it-NL" sz="1400" err="1">
                <a:solidFill>
                  <a:schemeClr val="tx1">
                    <a:lumMod val="65000"/>
                    <a:lumOff val="35000"/>
                  </a:schemeClr>
                </a:solidFill>
                <a:latin typeface="Raleway" pitchFamily="2" charset="77"/>
                <a:cs typeface="Poppins"/>
              </a:rPr>
              <a:t>reportistica</a:t>
            </a:r>
            <a:r>
              <a:rPr lang="it-NL" sz="1400">
                <a:solidFill>
                  <a:schemeClr val="tx1">
                    <a:lumMod val="65000"/>
                    <a:lumOff val="35000"/>
                  </a:schemeClr>
                </a:solidFill>
                <a:latin typeface="Raleway" pitchFamily="2" charset="77"/>
                <a:cs typeface="Poppins"/>
              </a:rPr>
              <a:t> </a:t>
            </a:r>
            <a:r>
              <a:rPr lang="it-NL" sz="1400" err="1">
                <a:solidFill>
                  <a:schemeClr val="tx1">
                    <a:lumMod val="65000"/>
                    <a:lumOff val="35000"/>
                  </a:schemeClr>
                </a:solidFill>
                <a:latin typeface="Raleway" pitchFamily="2" charset="77"/>
                <a:cs typeface="Poppins"/>
              </a:rPr>
              <a:t>appare</a:t>
            </a:r>
            <a:r>
              <a:rPr lang="it-NL" sz="1400">
                <a:solidFill>
                  <a:schemeClr val="tx1">
                    <a:lumMod val="65000"/>
                    <a:lumOff val="35000"/>
                  </a:schemeClr>
                </a:solidFill>
                <a:latin typeface="Raleway" pitchFamily="2" charset="77"/>
                <a:cs typeface="Poppins"/>
              </a:rPr>
              <a:t> </a:t>
            </a:r>
            <a:r>
              <a:rPr lang="it-NL" sz="1400" err="1">
                <a:solidFill>
                  <a:schemeClr val="tx1">
                    <a:lumMod val="65000"/>
                    <a:lumOff val="35000"/>
                  </a:schemeClr>
                </a:solidFill>
                <a:latin typeface="Raleway" pitchFamily="2" charset="77"/>
                <a:cs typeface="Poppins"/>
              </a:rPr>
              <a:t>più</a:t>
            </a:r>
            <a:r>
              <a:rPr lang="it-NL" sz="1400">
                <a:solidFill>
                  <a:schemeClr val="tx1">
                    <a:lumMod val="65000"/>
                    <a:lumOff val="35000"/>
                  </a:schemeClr>
                </a:solidFill>
                <a:latin typeface="Raleway" pitchFamily="2" charset="77"/>
                <a:cs typeface="Poppins"/>
              </a:rPr>
              <a:t> </a:t>
            </a:r>
            <a:r>
              <a:rPr lang="it-NL" sz="1400" err="1">
                <a:solidFill>
                  <a:schemeClr val="tx1">
                    <a:lumMod val="65000"/>
                    <a:lumOff val="35000"/>
                  </a:schemeClr>
                </a:solidFill>
                <a:latin typeface="Raleway" pitchFamily="2" charset="77"/>
                <a:cs typeface="Poppins"/>
              </a:rPr>
              <a:t>avanzata</a:t>
            </a:r>
            <a:r>
              <a:rPr lang="it-NL" sz="1400">
                <a:solidFill>
                  <a:schemeClr val="tx1">
                    <a:lumMod val="65000"/>
                    <a:lumOff val="35000"/>
                  </a:schemeClr>
                </a:solidFill>
                <a:latin typeface="Raleway" pitchFamily="2" charset="77"/>
                <a:cs typeface="Poppins"/>
              </a:rPr>
              <a:t> rispetto alla </a:t>
            </a:r>
            <a:r>
              <a:rPr lang="it-NL" sz="1400" err="1">
                <a:solidFill>
                  <a:schemeClr val="tx1">
                    <a:lumMod val="65000"/>
                    <a:lumOff val="35000"/>
                  </a:schemeClr>
                </a:solidFill>
                <a:latin typeface="Raleway" pitchFamily="2" charset="77"/>
                <a:cs typeface="Poppins"/>
              </a:rPr>
              <a:t>maturità</a:t>
            </a:r>
            <a:r>
              <a:rPr lang="it-NL" sz="1400">
                <a:solidFill>
                  <a:schemeClr val="tx1">
                    <a:lumMod val="65000"/>
                    <a:lumOff val="35000"/>
                  </a:schemeClr>
                </a:solidFill>
                <a:latin typeface="Raleway" pitchFamily="2" charset="77"/>
                <a:cs typeface="Poppins"/>
              </a:rPr>
              <a:t> </a:t>
            </a:r>
            <a:r>
              <a:rPr lang="it-NL" sz="1400" err="1">
                <a:solidFill>
                  <a:schemeClr val="tx1">
                    <a:lumMod val="65000"/>
                    <a:lumOff val="35000"/>
                  </a:schemeClr>
                </a:solidFill>
                <a:latin typeface="Raleway" pitchFamily="2" charset="77"/>
                <a:cs typeface="Poppins"/>
              </a:rPr>
              <a:t>effettiva</a:t>
            </a:r>
            <a:r>
              <a:rPr lang="it-NL" sz="1400">
                <a:solidFill>
                  <a:schemeClr val="tx1">
                    <a:lumMod val="65000"/>
                    <a:lumOff val="35000"/>
                  </a:schemeClr>
                </a:solidFill>
                <a:latin typeface="Raleway" pitchFamily="2" charset="77"/>
                <a:cs typeface="Poppins"/>
              </a:rPr>
              <a:t> delle </a:t>
            </a:r>
            <a:r>
              <a:rPr lang="it-NL" sz="1400" err="1">
                <a:solidFill>
                  <a:schemeClr val="tx1">
                    <a:lumMod val="65000"/>
                    <a:lumOff val="35000"/>
                  </a:schemeClr>
                </a:solidFill>
                <a:latin typeface="Raleway" pitchFamily="2" charset="77"/>
                <a:cs typeface="Poppins"/>
              </a:rPr>
              <a:t>pratiche</a:t>
            </a:r>
            <a:r>
              <a:rPr lang="it-NL" sz="1400">
                <a:solidFill>
                  <a:schemeClr val="tx1">
                    <a:lumMod val="65000"/>
                    <a:lumOff val="35000"/>
                  </a:schemeClr>
                </a:solidFill>
                <a:latin typeface="Raleway" pitchFamily="2" charset="77"/>
                <a:cs typeface="Poppins"/>
              </a:rPr>
              <a:t> DEIA</a:t>
            </a:r>
            <a:endParaRPr lang="it-IT" sz="1400" dirty="0">
              <a:solidFill>
                <a:schemeClr val="tx1">
                  <a:lumMod val="65000"/>
                  <a:lumOff val="35000"/>
                </a:schemeClr>
              </a:solidFill>
              <a:latin typeface="Raleway" pitchFamily="2" charset="77"/>
              <a:cs typeface="Poppins"/>
            </a:endParaRPr>
          </a:p>
        </p:txBody>
      </p:sp>
      <p:sp>
        <p:nvSpPr>
          <p:cNvPr id="44" name="CasellaDiTesto 43">
            <a:extLst>
              <a:ext uri="{FF2B5EF4-FFF2-40B4-BE49-F238E27FC236}">
                <a16:creationId xmlns:a16="http://schemas.microsoft.com/office/drawing/2014/main" id="{C82FFCA7-BA93-A284-2647-391D0775FE3C}"/>
              </a:ext>
            </a:extLst>
          </p:cNvPr>
          <p:cNvSpPr txBox="1"/>
          <p:nvPr/>
        </p:nvSpPr>
        <p:spPr>
          <a:xfrm>
            <a:off x="5324141" y="4592321"/>
            <a:ext cx="2345596" cy="954107"/>
          </a:xfrm>
          <a:prstGeom prst="rect">
            <a:avLst/>
          </a:prstGeom>
          <a:noFill/>
        </p:spPr>
        <p:txBody>
          <a:bodyPr wrap="square" lIns="91440" tIns="45720" rIns="91440" bIns="45720" anchor="t">
            <a:spAutoFit/>
          </a:bodyPr>
          <a:lstStyle/>
          <a:p>
            <a:r>
              <a:rPr lang="it" sz="1400" dirty="0">
                <a:solidFill>
                  <a:schemeClr val="tx1">
                    <a:lumMod val="65000"/>
                    <a:lumOff val="35000"/>
                  </a:schemeClr>
                </a:solidFill>
                <a:latin typeface="Raleway" pitchFamily="2" charset="77"/>
                <a:cs typeface="Poppins"/>
              </a:rPr>
              <a:t>La DEIA richiede un maggiore sviluppo sia nelle pratiche sia nella comunicazione.</a:t>
            </a:r>
            <a:endParaRPr lang="it-IT" sz="1400" dirty="0">
              <a:solidFill>
                <a:schemeClr val="tx1">
                  <a:lumMod val="65000"/>
                  <a:lumOff val="35000"/>
                </a:schemeClr>
              </a:solidFill>
              <a:latin typeface="Raleway" pitchFamily="2" charset="77"/>
              <a:cs typeface="Poppins"/>
            </a:endParaRPr>
          </a:p>
        </p:txBody>
      </p:sp>
      <p:graphicFrame>
        <p:nvGraphicFramePr>
          <p:cNvPr id="46" name="Tabella 45">
            <a:extLst>
              <a:ext uri="{FF2B5EF4-FFF2-40B4-BE49-F238E27FC236}">
                <a16:creationId xmlns:a16="http://schemas.microsoft.com/office/drawing/2014/main" id="{6F1A922C-512A-4576-90B5-1562EB74BB6E}"/>
              </a:ext>
            </a:extLst>
          </p:cNvPr>
          <p:cNvGraphicFramePr>
            <a:graphicFrameLocks noGrp="1"/>
          </p:cNvGraphicFramePr>
          <p:nvPr>
            <p:extLst>
              <p:ext uri="{D42A27DB-BD31-4B8C-83A1-F6EECF244321}">
                <p14:modId xmlns:p14="http://schemas.microsoft.com/office/powerpoint/2010/main" val="2088583519"/>
              </p:ext>
            </p:extLst>
          </p:nvPr>
        </p:nvGraphicFramePr>
        <p:xfrm>
          <a:off x="9311550" y="2080532"/>
          <a:ext cx="1895833" cy="659130"/>
        </p:xfrm>
        <a:graphic>
          <a:graphicData uri="http://schemas.openxmlformats.org/drawingml/2006/table">
            <a:tbl>
              <a:tblPr bandRow="1">
                <a:tableStyleId>{5C22544A-7EE6-4342-B048-85BDC9FD1C3A}</a:tableStyleId>
              </a:tblPr>
              <a:tblGrid>
                <a:gridCol w="1895833">
                  <a:extLst>
                    <a:ext uri="{9D8B030D-6E8A-4147-A177-3AD203B41FA5}">
                      <a16:colId xmlns:a16="http://schemas.microsoft.com/office/drawing/2014/main" val="2807462384"/>
                    </a:ext>
                  </a:extLst>
                </a:gridCol>
              </a:tblGrid>
              <a:tr h="0">
                <a:tc>
                  <a:txBody>
                    <a:bodyPr/>
                    <a:lstStyle/>
                    <a:p>
                      <a:pPr algn="r">
                        <a:buNone/>
                      </a:pPr>
                      <a:r>
                        <a:rPr lang="it-IT" sz="1400" kern="1200" dirty="0">
                          <a:solidFill>
                            <a:schemeClr val="tx1">
                              <a:lumMod val="65000"/>
                              <a:lumOff val="35000"/>
                            </a:schemeClr>
                          </a:solidFill>
                          <a:latin typeface="Raleway" pitchFamily="2" charset="77"/>
                          <a:ea typeface="+mn-ea"/>
                          <a:cs typeface="Poppins"/>
                        </a:rPr>
                        <a:t>Pratiche mature e comunicazione solida sono allineate.</a:t>
                      </a:r>
                    </a:p>
                  </a:txBody>
                  <a:tcPr marL="9525" marR="9525" marT="9525" marB="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8222193"/>
                  </a:ext>
                </a:extLst>
              </a:tr>
            </a:tbl>
          </a:graphicData>
        </a:graphic>
      </p:graphicFrame>
    </p:spTree>
    <p:extLst>
      <p:ext uri="{BB962C8B-B14F-4D97-AF65-F5344CB8AC3E}">
        <p14:creationId xmlns:p14="http://schemas.microsoft.com/office/powerpoint/2010/main" val="2634960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D364-91BF-33E4-1A92-9E3B11517C94}"/>
            </a:ext>
          </a:extLst>
        </p:cNvPr>
        <p:cNvGrpSpPr/>
        <p:nvPr/>
      </p:nvGrpSpPr>
      <p:grpSpPr>
        <a:xfrm>
          <a:off x="0" y="0"/>
          <a:ext cx="0" cy="0"/>
          <a:chOff x="0" y="0"/>
          <a:chExt cx="0" cy="0"/>
        </a:xfrm>
      </p:grpSpPr>
      <p:sp>
        <p:nvSpPr>
          <p:cNvPr id="2" name="Title 39">
            <a:extLst>
              <a:ext uri="{FF2B5EF4-FFF2-40B4-BE49-F238E27FC236}">
                <a16:creationId xmlns:a16="http://schemas.microsoft.com/office/drawing/2014/main" id="{82E3E652-B692-1789-A23D-C7169DC8A9FE}"/>
              </a:ext>
            </a:extLst>
          </p:cNvPr>
          <p:cNvSpPr txBox="1">
            <a:spLocks/>
          </p:cNvSpPr>
          <p:nvPr/>
        </p:nvSpPr>
        <p:spPr>
          <a:xfrm>
            <a:off x="435493" y="229641"/>
            <a:ext cx="11321014" cy="502749"/>
          </a:xfrm>
          <a:prstGeom prst="rect">
            <a:avLst/>
          </a:prstGeom>
        </p:spPr>
        <p:txBody>
          <a:bodyPr lIns="91440" tIns="45720" rIns="91440" bIns="45720" anchor="t">
            <a:noAutofit/>
          </a:bodyPr>
          <a:lstStyle>
            <a:defPPr>
              <a:defRPr lang="en-US"/>
            </a:defPPr>
            <a:lvl1pPr defTabSz="914400">
              <a:lnSpc>
                <a:spcPct val="100000"/>
              </a:lnSpc>
              <a:spcBef>
                <a:spcPct val="0"/>
              </a:spcBef>
              <a:buNone/>
              <a:defRPr sz="3500" b="1">
                <a:latin typeface="Poppins" panose="00000500000000000000" pitchFamily="50" charset="0"/>
                <a:ea typeface="+mj-ea"/>
                <a:cs typeface="Poppins" panose="00000500000000000000" pitchFamily="50" charset="0"/>
              </a:defRPr>
            </a:lvl1pPr>
          </a:lstStyle>
          <a:p>
            <a:r>
              <a:rPr lang="en-GB" dirty="0">
                <a:highlight>
                  <a:srgbClr val="00FFFF"/>
                </a:highlight>
                <a:latin typeface="Raleway" pitchFamily="2" charset="77"/>
                <a:cs typeface="Poppins"/>
              </a:rPr>
              <a:t>Matrice di </a:t>
            </a:r>
            <a:r>
              <a:rPr lang="en-GB" dirty="0" err="1">
                <a:highlight>
                  <a:srgbClr val="00FFFF"/>
                </a:highlight>
                <a:latin typeface="Raleway" pitchFamily="2" charset="77"/>
                <a:cs typeface="Poppins"/>
              </a:rPr>
              <a:t>trasparenza</a:t>
            </a:r>
            <a:r>
              <a:rPr lang="en-GB" dirty="0">
                <a:highlight>
                  <a:srgbClr val="00FFFF"/>
                </a:highlight>
                <a:latin typeface="Raleway" pitchFamily="2" charset="77"/>
                <a:cs typeface="Poppins"/>
              </a:rPr>
              <a:t>/COERENZA</a:t>
            </a:r>
            <a:endParaRPr lang="en-GB" b="0" dirty="0">
              <a:latin typeface="Raleway" pitchFamily="2" charset="77"/>
              <a:cs typeface="Poppins"/>
            </a:endParaRPr>
          </a:p>
          <a:p>
            <a:endParaRPr lang="en-GB" dirty="0">
              <a:latin typeface="Raleway" pitchFamily="2" charset="77"/>
            </a:endParaRPr>
          </a:p>
        </p:txBody>
      </p:sp>
      <p:sp>
        <p:nvSpPr>
          <p:cNvPr id="5" name="Shape 3">
            <a:extLst>
              <a:ext uri="{FF2B5EF4-FFF2-40B4-BE49-F238E27FC236}">
                <a16:creationId xmlns:a16="http://schemas.microsoft.com/office/drawing/2014/main" id="{2D9B2913-E54E-23B5-7313-942ED681BB2B}"/>
              </a:ext>
            </a:extLst>
          </p:cNvPr>
          <p:cNvSpPr/>
          <p:nvPr/>
        </p:nvSpPr>
        <p:spPr>
          <a:xfrm>
            <a:off x="1541719" y="892070"/>
            <a:ext cx="3200400" cy="2377440"/>
          </a:xfrm>
          <a:prstGeom prst="rect">
            <a:avLst/>
          </a:prstGeom>
          <a:solidFill>
            <a:srgbClr val="FFFAEB"/>
          </a:solidFill>
          <a:ln w="12700">
            <a:solidFill>
              <a:srgbClr val="FFFFFF"/>
            </a:solidFill>
            <a:prstDash val="solid"/>
          </a:ln>
        </p:spPr>
        <p:txBody>
          <a:bodyPr/>
          <a:lstStyle/>
          <a:p>
            <a:endParaRPr lang="en-GB">
              <a:latin typeface="Poppins" pitchFamily="2" charset="77"/>
              <a:cs typeface="Poppins" pitchFamily="2" charset="77"/>
            </a:endParaRPr>
          </a:p>
        </p:txBody>
      </p:sp>
      <p:sp>
        <p:nvSpPr>
          <p:cNvPr id="6" name="Shape 4">
            <a:extLst>
              <a:ext uri="{FF2B5EF4-FFF2-40B4-BE49-F238E27FC236}">
                <a16:creationId xmlns:a16="http://schemas.microsoft.com/office/drawing/2014/main" id="{760C4465-BAF6-0F87-EF18-821B69EF67CD}"/>
              </a:ext>
            </a:extLst>
          </p:cNvPr>
          <p:cNvSpPr/>
          <p:nvPr/>
        </p:nvSpPr>
        <p:spPr>
          <a:xfrm>
            <a:off x="4742119" y="892070"/>
            <a:ext cx="3200400" cy="2377440"/>
          </a:xfrm>
          <a:prstGeom prst="rect">
            <a:avLst/>
          </a:prstGeom>
          <a:solidFill>
            <a:srgbClr val="ECFDF3"/>
          </a:solidFill>
          <a:ln w="12700">
            <a:solidFill>
              <a:srgbClr val="FFFFFF"/>
            </a:solidFill>
            <a:prstDash val="solid"/>
          </a:ln>
        </p:spPr>
        <p:txBody>
          <a:bodyPr/>
          <a:lstStyle/>
          <a:p>
            <a:endParaRPr lang="en-GB">
              <a:latin typeface="Poppins" pitchFamily="2" charset="77"/>
              <a:cs typeface="Poppins" pitchFamily="2" charset="77"/>
            </a:endParaRPr>
          </a:p>
        </p:txBody>
      </p:sp>
      <p:sp>
        <p:nvSpPr>
          <p:cNvPr id="12" name="Shape 5">
            <a:extLst>
              <a:ext uri="{FF2B5EF4-FFF2-40B4-BE49-F238E27FC236}">
                <a16:creationId xmlns:a16="http://schemas.microsoft.com/office/drawing/2014/main" id="{A6A67162-F3DD-97E3-B89A-33A4C590364D}"/>
              </a:ext>
            </a:extLst>
          </p:cNvPr>
          <p:cNvSpPr/>
          <p:nvPr/>
        </p:nvSpPr>
        <p:spPr>
          <a:xfrm>
            <a:off x="1541719" y="3269510"/>
            <a:ext cx="3200400" cy="2377440"/>
          </a:xfrm>
          <a:prstGeom prst="rect">
            <a:avLst/>
          </a:prstGeom>
          <a:solidFill>
            <a:srgbClr val="F2F4F7"/>
          </a:solidFill>
          <a:ln w="12700">
            <a:solidFill>
              <a:srgbClr val="FFFFFF"/>
            </a:solidFill>
            <a:prstDash val="solid"/>
          </a:ln>
        </p:spPr>
        <p:txBody>
          <a:bodyPr/>
          <a:lstStyle/>
          <a:p>
            <a:endParaRPr lang="en-GB">
              <a:latin typeface="Poppins" pitchFamily="2" charset="77"/>
              <a:cs typeface="Poppins" pitchFamily="2" charset="77"/>
            </a:endParaRPr>
          </a:p>
        </p:txBody>
      </p:sp>
      <p:sp>
        <p:nvSpPr>
          <p:cNvPr id="26" name="Shape 6">
            <a:extLst>
              <a:ext uri="{FF2B5EF4-FFF2-40B4-BE49-F238E27FC236}">
                <a16:creationId xmlns:a16="http://schemas.microsoft.com/office/drawing/2014/main" id="{F4FA9A09-D76F-F82F-E4B3-8AC67C288AA5}"/>
              </a:ext>
            </a:extLst>
          </p:cNvPr>
          <p:cNvSpPr/>
          <p:nvPr/>
        </p:nvSpPr>
        <p:spPr>
          <a:xfrm>
            <a:off x="4742119" y="3269510"/>
            <a:ext cx="3200400" cy="2377440"/>
          </a:xfrm>
          <a:prstGeom prst="rect">
            <a:avLst/>
          </a:prstGeom>
          <a:solidFill>
            <a:srgbClr val="FEF3F2"/>
          </a:solidFill>
          <a:ln w="12700">
            <a:solidFill>
              <a:srgbClr val="FFFFFF"/>
            </a:solidFill>
            <a:prstDash val="solid"/>
          </a:ln>
        </p:spPr>
        <p:txBody>
          <a:bodyPr/>
          <a:lstStyle/>
          <a:p>
            <a:endParaRPr lang="en-GB">
              <a:latin typeface="Poppins" pitchFamily="2" charset="77"/>
              <a:cs typeface="Poppins" pitchFamily="2" charset="77"/>
            </a:endParaRPr>
          </a:p>
        </p:txBody>
      </p:sp>
      <p:sp>
        <p:nvSpPr>
          <p:cNvPr id="27" name="Shape 7">
            <a:extLst>
              <a:ext uri="{FF2B5EF4-FFF2-40B4-BE49-F238E27FC236}">
                <a16:creationId xmlns:a16="http://schemas.microsoft.com/office/drawing/2014/main" id="{C49EC649-60CC-7BF1-65CE-8763ECC05C52}"/>
              </a:ext>
            </a:extLst>
          </p:cNvPr>
          <p:cNvSpPr/>
          <p:nvPr/>
        </p:nvSpPr>
        <p:spPr>
          <a:xfrm>
            <a:off x="1541719" y="3269510"/>
            <a:ext cx="6400800" cy="0"/>
          </a:xfrm>
          <a:prstGeom prst="line">
            <a:avLst/>
          </a:prstGeom>
          <a:noFill/>
          <a:ln w="15240">
            <a:solidFill>
              <a:srgbClr val="FFFFFF"/>
            </a:solidFill>
            <a:prstDash val="solid"/>
          </a:ln>
        </p:spPr>
        <p:txBody>
          <a:bodyPr/>
          <a:lstStyle/>
          <a:p>
            <a:endParaRPr lang="en-GB">
              <a:latin typeface="Poppins" pitchFamily="2" charset="77"/>
              <a:cs typeface="Poppins" pitchFamily="2" charset="77"/>
            </a:endParaRPr>
          </a:p>
        </p:txBody>
      </p:sp>
      <p:sp>
        <p:nvSpPr>
          <p:cNvPr id="28" name="Shape 8">
            <a:extLst>
              <a:ext uri="{FF2B5EF4-FFF2-40B4-BE49-F238E27FC236}">
                <a16:creationId xmlns:a16="http://schemas.microsoft.com/office/drawing/2014/main" id="{778FFCDA-6673-CB15-11FD-47082A6BBDA3}"/>
              </a:ext>
            </a:extLst>
          </p:cNvPr>
          <p:cNvSpPr/>
          <p:nvPr/>
        </p:nvSpPr>
        <p:spPr>
          <a:xfrm>
            <a:off x="4742119" y="892070"/>
            <a:ext cx="0" cy="4754880"/>
          </a:xfrm>
          <a:prstGeom prst="line">
            <a:avLst/>
          </a:prstGeom>
          <a:noFill/>
          <a:ln w="15240">
            <a:solidFill>
              <a:srgbClr val="FFFFFF"/>
            </a:solidFill>
            <a:prstDash val="solid"/>
          </a:ln>
        </p:spPr>
        <p:txBody>
          <a:bodyPr/>
          <a:lstStyle/>
          <a:p>
            <a:endParaRPr lang="en-GB">
              <a:latin typeface="Poppins" pitchFamily="2" charset="77"/>
              <a:cs typeface="Poppins" pitchFamily="2" charset="77"/>
            </a:endParaRPr>
          </a:p>
        </p:txBody>
      </p:sp>
      <p:sp>
        <p:nvSpPr>
          <p:cNvPr id="33" name="Text 15">
            <a:extLst>
              <a:ext uri="{FF2B5EF4-FFF2-40B4-BE49-F238E27FC236}">
                <a16:creationId xmlns:a16="http://schemas.microsoft.com/office/drawing/2014/main" id="{F90EDE76-2486-3CE9-3190-EA0BB709E6FE}"/>
              </a:ext>
            </a:extLst>
          </p:cNvPr>
          <p:cNvSpPr/>
          <p:nvPr/>
        </p:nvSpPr>
        <p:spPr>
          <a:xfrm>
            <a:off x="4604959" y="5683526"/>
            <a:ext cx="274320" cy="146304"/>
          </a:xfrm>
          <a:prstGeom prst="rect">
            <a:avLst/>
          </a:prstGeom>
          <a:noFill/>
          <a:ln/>
        </p:spPr>
        <p:txBody>
          <a:bodyPr wrap="square" lIns="0" tIns="0" rIns="0" bIns="0" rtlCol="0" anchor="ctr"/>
          <a:lstStyle/>
          <a:p>
            <a:pPr marL="0" indent="0">
              <a:buNone/>
            </a:pPr>
            <a:r>
              <a:rPr lang="en-US" sz="700">
                <a:solidFill>
                  <a:srgbClr val="667085"/>
                </a:solidFill>
                <a:latin typeface="Poppins" pitchFamily="2" charset="77"/>
                <a:cs typeface="Poppins" pitchFamily="2" charset="77"/>
              </a:rPr>
              <a:t>2,5</a:t>
            </a:r>
            <a:endParaRPr lang="en-US" sz="700">
              <a:latin typeface="Poppins" pitchFamily="2" charset="77"/>
              <a:cs typeface="Poppins" pitchFamily="2" charset="77"/>
            </a:endParaRPr>
          </a:p>
        </p:txBody>
      </p:sp>
      <p:sp>
        <p:nvSpPr>
          <p:cNvPr id="34" name="Shape 17">
            <a:extLst>
              <a:ext uri="{FF2B5EF4-FFF2-40B4-BE49-F238E27FC236}">
                <a16:creationId xmlns:a16="http://schemas.microsoft.com/office/drawing/2014/main" id="{3BDF5144-D3A8-AE10-69E2-1570D5821FF8}"/>
              </a:ext>
            </a:extLst>
          </p:cNvPr>
          <p:cNvSpPr/>
          <p:nvPr/>
        </p:nvSpPr>
        <p:spPr>
          <a:xfrm>
            <a:off x="5278567" y="3028718"/>
            <a:ext cx="164592" cy="164592"/>
          </a:xfrm>
          <a:prstGeom prst="ellipse">
            <a:avLst/>
          </a:prstGeom>
          <a:solidFill>
            <a:srgbClr val="6941C6"/>
          </a:solidFill>
          <a:ln w="6350">
            <a:solidFill>
              <a:srgbClr val="FFFFFF"/>
            </a:solidFill>
            <a:prstDash val="solid"/>
          </a:ln>
        </p:spPr>
        <p:txBody>
          <a:bodyPr/>
          <a:lstStyle/>
          <a:p>
            <a:endParaRPr lang="en-GB">
              <a:latin typeface="Poppins" pitchFamily="2" charset="77"/>
              <a:cs typeface="Poppins" pitchFamily="2" charset="77"/>
            </a:endParaRPr>
          </a:p>
        </p:txBody>
      </p:sp>
      <p:sp>
        <p:nvSpPr>
          <p:cNvPr id="35" name="Text 18">
            <a:extLst>
              <a:ext uri="{FF2B5EF4-FFF2-40B4-BE49-F238E27FC236}">
                <a16:creationId xmlns:a16="http://schemas.microsoft.com/office/drawing/2014/main" id="{6783145D-C478-B6A9-E8FE-005213C686E6}"/>
              </a:ext>
            </a:extLst>
          </p:cNvPr>
          <p:cNvSpPr/>
          <p:nvPr/>
        </p:nvSpPr>
        <p:spPr>
          <a:xfrm>
            <a:off x="5388295" y="3037862"/>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F</a:t>
            </a:r>
            <a:endParaRPr lang="en-US" sz="670">
              <a:latin typeface="Poppins" pitchFamily="2" charset="77"/>
              <a:cs typeface="Poppins" pitchFamily="2" charset="77"/>
            </a:endParaRPr>
          </a:p>
        </p:txBody>
      </p:sp>
      <p:sp>
        <p:nvSpPr>
          <p:cNvPr id="36" name="Shape 19">
            <a:extLst>
              <a:ext uri="{FF2B5EF4-FFF2-40B4-BE49-F238E27FC236}">
                <a16:creationId xmlns:a16="http://schemas.microsoft.com/office/drawing/2014/main" id="{7F6A1275-EB73-2973-837F-3C0A82FC608F}"/>
              </a:ext>
            </a:extLst>
          </p:cNvPr>
          <p:cNvSpPr/>
          <p:nvPr/>
        </p:nvSpPr>
        <p:spPr>
          <a:xfrm>
            <a:off x="4851847" y="2711726"/>
            <a:ext cx="164592" cy="164592"/>
          </a:xfrm>
          <a:prstGeom prst="ellipse">
            <a:avLst/>
          </a:prstGeom>
          <a:solidFill>
            <a:srgbClr val="6941C6"/>
          </a:solidFill>
          <a:ln w="6350">
            <a:solidFill>
              <a:srgbClr val="FFFFFF"/>
            </a:solidFill>
            <a:prstDash val="solid"/>
          </a:ln>
        </p:spPr>
        <p:txBody>
          <a:bodyPr/>
          <a:lstStyle/>
          <a:p>
            <a:endParaRPr lang="en-GB">
              <a:latin typeface="Poppins" pitchFamily="2" charset="77"/>
              <a:cs typeface="Poppins" pitchFamily="2" charset="77"/>
            </a:endParaRPr>
          </a:p>
        </p:txBody>
      </p:sp>
      <p:sp>
        <p:nvSpPr>
          <p:cNvPr id="37" name="Text 20">
            <a:extLst>
              <a:ext uri="{FF2B5EF4-FFF2-40B4-BE49-F238E27FC236}">
                <a16:creationId xmlns:a16="http://schemas.microsoft.com/office/drawing/2014/main" id="{2D0064D3-DE72-0E04-8FA9-370B574E7D8E}"/>
              </a:ext>
            </a:extLst>
          </p:cNvPr>
          <p:cNvSpPr/>
          <p:nvPr/>
        </p:nvSpPr>
        <p:spPr>
          <a:xfrm>
            <a:off x="4961575" y="2720870"/>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HR</a:t>
            </a:r>
            <a:endParaRPr lang="en-US" sz="670">
              <a:latin typeface="Poppins" pitchFamily="2" charset="77"/>
              <a:cs typeface="Poppins" pitchFamily="2" charset="77"/>
            </a:endParaRPr>
          </a:p>
        </p:txBody>
      </p:sp>
      <p:sp>
        <p:nvSpPr>
          <p:cNvPr id="38" name="Shape 21">
            <a:extLst>
              <a:ext uri="{FF2B5EF4-FFF2-40B4-BE49-F238E27FC236}">
                <a16:creationId xmlns:a16="http://schemas.microsoft.com/office/drawing/2014/main" id="{6497DAEE-335C-A8B4-F494-05C456548D65}"/>
              </a:ext>
            </a:extLst>
          </p:cNvPr>
          <p:cNvSpPr/>
          <p:nvPr/>
        </p:nvSpPr>
        <p:spPr>
          <a:xfrm>
            <a:off x="5065207" y="3345710"/>
            <a:ext cx="164592" cy="164592"/>
          </a:xfrm>
          <a:prstGeom prst="ellipse">
            <a:avLst/>
          </a:prstGeom>
          <a:solidFill>
            <a:srgbClr val="1570EF"/>
          </a:solidFill>
          <a:ln w="6350">
            <a:solidFill>
              <a:srgbClr val="FFFFFF"/>
            </a:solidFill>
            <a:prstDash val="solid"/>
          </a:ln>
        </p:spPr>
        <p:txBody>
          <a:bodyPr/>
          <a:lstStyle/>
          <a:p>
            <a:endParaRPr lang="en-GB">
              <a:latin typeface="Poppins" pitchFamily="2" charset="77"/>
              <a:cs typeface="Poppins" pitchFamily="2" charset="77"/>
            </a:endParaRPr>
          </a:p>
        </p:txBody>
      </p:sp>
      <p:sp>
        <p:nvSpPr>
          <p:cNvPr id="39" name="Text 22">
            <a:extLst>
              <a:ext uri="{FF2B5EF4-FFF2-40B4-BE49-F238E27FC236}">
                <a16:creationId xmlns:a16="http://schemas.microsoft.com/office/drawing/2014/main" id="{17C95BD3-A9C0-57DD-89D1-ABFD4C63E7E1}"/>
              </a:ext>
            </a:extLst>
          </p:cNvPr>
          <p:cNvSpPr/>
          <p:nvPr/>
        </p:nvSpPr>
        <p:spPr>
          <a:xfrm>
            <a:off x="5174935" y="3354854"/>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E</a:t>
            </a:r>
            <a:endParaRPr lang="en-US" sz="670">
              <a:latin typeface="Poppins" pitchFamily="2" charset="77"/>
              <a:cs typeface="Poppins" pitchFamily="2" charset="77"/>
            </a:endParaRPr>
          </a:p>
        </p:txBody>
      </p:sp>
      <p:sp>
        <p:nvSpPr>
          <p:cNvPr id="40" name="Shape 23">
            <a:extLst>
              <a:ext uri="{FF2B5EF4-FFF2-40B4-BE49-F238E27FC236}">
                <a16:creationId xmlns:a16="http://schemas.microsoft.com/office/drawing/2014/main" id="{EA37B755-C3E5-D109-4FAF-1EC6960D3EF0}"/>
              </a:ext>
            </a:extLst>
          </p:cNvPr>
          <p:cNvSpPr/>
          <p:nvPr/>
        </p:nvSpPr>
        <p:spPr>
          <a:xfrm>
            <a:off x="5257231" y="3979694"/>
            <a:ext cx="164592" cy="164592"/>
          </a:xfrm>
          <a:prstGeom prst="ellipse">
            <a:avLst/>
          </a:prstGeom>
          <a:solidFill>
            <a:srgbClr val="0E9384"/>
          </a:solidFill>
          <a:ln w="6350">
            <a:solidFill>
              <a:srgbClr val="FFFFFF"/>
            </a:solidFill>
            <a:prstDash val="solid"/>
          </a:ln>
        </p:spPr>
        <p:txBody>
          <a:bodyPr/>
          <a:lstStyle/>
          <a:p>
            <a:endParaRPr lang="en-GB">
              <a:latin typeface="Poppins" pitchFamily="2" charset="77"/>
              <a:cs typeface="Poppins" pitchFamily="2" charset="77"/>
            </a:endParaRPr>
          </a:p>
        </p:txBody>
      </p:sp>
      <p:sp>
        <p:nvSpPr>
          <p:cNvPr id="41" name="Text 24">
            <a:extLst>
              <a:ext uri="{FF2B5EF4-FFF2-40B4-BE49-F238E27FC236}">
                <a16:creationId xmlns:a16="http://schemas.microsoft.com/office/drawing/2014/main" id="{FDE3BF68-93D9-2B6F-8AD7-52541B37BDF3}"/>
              </a:ext>
            </a:extLst>
          </p:cNvPr>
          <p:cNvSpPr/>
          <p:nvPr/>
        </p:nvSpPr>
        <p:spPr>
          <a:xfrm>
            <a:off x="5366959" y="3988838"/>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EE</a:t>
            </a:r>
            <a:endParaRPr lang="en-US" sz="670">
              <a:latin typeface="Poppins" pitchFamily="2" charset="77"/>
              <a:cs typeface="Poppins" pitchFamily="2" charset="77"/>
            </a:endParaRPr>
          </a:p>
        </p:txBody>
      </p:sp>
      <p:sp>
        <p:nvSpPr>
          <p:cNvPr id="42" name="Shape 25">
            <a:extLst>
              <a:ext uri="{FF2B5EF4-FFF2-40B4-BE49-F238E27FC236}">
                <a16:creationId xmlns:a16="http://schemas.microsoft.com/office/drawing/2014/main" id="{44D0501E-EAC0-C9C7-D2CC-155B52793C96}"/>
              </a:ext>
            </a:extLst>
          </p:cNvPr>
          <p:cNvSpPr/>
          <p:nvPr/>
        </p:nvSpPr>
        <p:spPr>
          <a:xfrm>
            <a:off x="5214559" y="2394734"/>
            <a:ext cx="164592" cy="164592"/>
          </a:xfrm>
          <a:prstGeom prst="ellipse">
            <a:avLst/>
          </a:prstGeom>
          <a:solidFill>
            <a:srgbClr val="12B76A"/>
          </a:solidFill>
          <a:ln w="6350">
            <a:solidFill>
              <a:srgbClr val="FFFFFF"/>
            </a:solidFill>
            <a:prstDash val="solid"/>
          </a:ln>
        </p:spPr>
        <p:txBody>
          <a:bodyPr/>
          <a:lstStyle/>
          <a:p>
            <a:endParaRPr lang="en-GB">
              <a:latin typeface="Poppins" pitchFamily="2" charset="77"/>
              <a:cs typeface="Poppins" pitchFamily="2" charset="77"/>
            </a:endParaRPr>
          </a:p>
        </p:txBody>
      </p:sp>
      <p:sp>
        <p:nvSpPr>
          <p:cNvPr id="43" name="Text 26">
            <a:extLst>
              <a:ext uri="{FF2B5EF4-FFF2-40B4-BE49-F238E27FC236}">
                <a16:creationId xmlns:a16="http://schemas.microsoft.com/office/drawing/2014/main" id="{2E54AD2D-3CA0-FC57-CD32-7BDE4D4C599E}"/>
              </a:ext>
            </a:extLst>
          </p:cNvPr>
          <p:cNvSpPr/>
          <p:nvPr/>
        </p:nvSpPr>
        <p:spPr>
          <a:xfrm>
            <a:off x="5324287" y="2403878"/>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ET</a:t>
            </a:r>
            <a:endParaRPr lang="en-US" sz="670">
              <a:latin typeface="Poppins" pitchFamily="2" charset="77"/>
              <a:cs typeface="Poppins" pitchFamily="2" charset="77"/>
            </a:endParaRPr>
          </a:p>
        </p:txBody>
      </p:sp>
      <p:sp>
        <p:nvSpPr>
          <p:cNvPr id="44" name="Shape 27">
            <a:extLst>
              <a:ext uri="{FF2B5EF4-FFF2-40B4-BE49-F238E27FC236}">
                <a16:creationId xmlns:a16="http://schemas.microsoft.com/office/drawing/2014/main" id="{5A09337B-56EC-E38A-E6BF-83C1ACA2E110}"/>
              </a:ext>
            </a:extLst>
          </p:cNvPr>
          <p:cNvSpPr/>
          <p:nvPr/>
        </p:nvSpPr>
        <p:spPr>
          <a:xfrm>
            <a:off x="4830511" y="1602254"/>
            <a:ext cx="164592" cy="164592"/>
          </a:xfrm>
          <a:prstGeom prst="ellipse">
            <a:avLst/>
          </a:prstGeom>
          <a:solidFill>
            <a:srgbClr val="F04438"/>
          </a:solidFill>
          <a:ln w="6350">
            <a:solidFill>
              <a:srgbClr val="FFFFFF"/>
            </a:solidFill>
            <a:prstDash val="solid"/>
          </a:ln>
        </p:spPr>
        <p:txBody>
          <a:bodyPr/>
          <a:lstStyle/>
          <a:p>
            <a:endParaRPr lang="en-GB">
              <a:latin typeface="Poppins" pitchFamily="2" charset="77"/>
              <a:cs typeface="Poppins" pitchFamily="2" charset="77"/>
            </a:endParaRPr>
          </a:p>
        </p:txBody>
      </p:sp>
      <p:sp>
        <p:nvSpPr>
          <p:cNvPr id="45" name="Text 28">
            <a:extLst>
              <a:ext uri="{FF2B5EF4-FFF2-40B4-BE49-F238E27FC236}">
                <a16:creationId xmlns:a16="http://schemas.microsoft.com/office/drawing/2014/main" id="{D3357020-CA05-2954-3F69-A9651377A7CA}"/>
              </a:ext>
            </a:extLst>
          </p:cNvPr>
          <p:cNvSpPr/>
          <p:nvPr/>
        </p:nvSpPr>
        <p:spPr>
          <a:xfrm>
            <a:off x="4940239" y="1611398"/>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ND</a:t>
            </a:r>
            <a:endParaRPr lang="en-US" sz="670">
              <a:latin typeface="Poppins" pitchFamily="2" charset="77"/>
              <a:cs typeface="Poppins" pitchFamily="2" charset="77"/>
            </a:endParaRPr>
          </a:p>
        </p:txBody>
      </p:sp>
      <p:sp>
        <p:nvSpPr>
          <p:cNvPr id="46" name="Shape 29">
            <a:extLst>
              <a:ext uri="{FF2B5EF4-FFF2-40B4-BE49-F238E27FC236}">
                <a16:creationId xmlns:a16="http://schemas.microsoft.com/office/drawing/2014/main" id="{A2C7C837-B2BE-B9CB-D51D-A928CE168479}"/>
              </a:ext>
            </a:extLst>
          </p:cNvPr>
          <p:cNvSpPr/>
          <p:nvPr/>
        </p:nvSpPr>
        <p:spPr>
          <a:xfrm>
            <a:off x="5385247" y="3662702"/>
            <a:ext cx="164592" cy="164592"/>
          </a:xfrm>
          <a:prstGeom prst="ellipse">
            <a:avLst/>
          </a:prstGeom>
          <a:solidFill>
            <a:srgbClr val="F79009"/>
          </a:solidFill>
          <a:ln w="6350">
            <a:solidFill>
              <a:srgbClr val="FFFFFF"/>
            </a:solidFill>
            <a:prstDash val="solid"/>
          </a:ln>
        </p:spPr>
        <p:txBody>
          <a:bodyPr/>
          <a:lstStyle/>
          <a:p>
            <a:endParaRPr lang="en-GB">
              <a:latin typeface="Poppins" pitchFamily="2" charset="77"/>
              <a:cs typeface="Poppins" pitchFamily="2" charset="77"/>
            </a:endParaRPr>
          </a:p>
        </p:txBody>
      </p:sp>
      <p:sp>
        <p:nvSpPr>
          <p:cNvPr id="47" name="Text 30">
            <a:extLst>
              <a:ext uri="{FF2B5EF4-FFF2-40B4-BE49-F238E27FC236}">
                <a16:creationId xmlns:a16="http://schemas.microsoft.com/office/drawing/2014/main" id="{5D3CF37C-59BE-40B5-CF65-FE6E2F127029}"/>
              </a:ext>
            </a:extLst>
          </p:cNvPr>
          <p:cNvSpPr/>
          <p:nvPr/>
        </p:nvSpPr>
        <p:spPr>
          <a:xfrm>
            <a:off x="5494975" y="3671846"/>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M</a:t>
            </a:r>
            <a:endParaRPr lang="en-US" sz="670">
              <a:latin typeface="Poppins" pitchFamily="2" charset="77"/>
              <a:cs typeface="Poppins" pitchFamily="2" charset="77"/>
            </a:endParaRPr>
          </a:p>
        </p:txBody>
      </p:sp>
      <p:sp>
        <p:nvSpPr>
          <p:cNvPr id="48" name="Shape 31">
            <a:extLst>
              <a:ext uri="{FF2B5EF4-FFF2-40B4-BE49-F238E27FC236}">
                <a16:creationId xmlns:a16="http://schemas.microsoft.com/office/drawing/2014/main" id="{80B8AC9C-7DFC-EE91-B08D-400E9E605931}"/>
              </a:ext>
            </a:extLst>
          </p:cNvPr>
          <p:cNvSpPr/>
          <p:nvPr/>
        </p:nvSpPr>
        <p:spPr>
          <a:xfrm>
            <a:off x="4361119" y="4930670"/>
            <a:ext cx="164592" cy="164592"/>
          </a:xfrm>
          <a:prstGeom prst="ellipse">
            <a:avLst/>
          </a:prstGeom>
          <a:solidFill>
            <a:srgbClr val="667085"/>
          </a:solidFill>
          <a:ln w="6350">
            <a:solidFill>
              <a:srgbClr val="FFFFFF"/>
            </a:solidFill>
            <a:prstDash val="solid"/>
          </a:ln>
        </p:spPr>
        <p:txBody>
          <a:bodyPr/>
          <a:lstStyle/>
          <a:p>
            <a:endParaRPr lang="en-GB">
              <a:latin typeface="Poppins" pitchFamily="2" charset="77"/>
              <a:cs typeface="Poppins" pitchFamily="2" charset="77"/>
            </a:endParaRPr>
          </a:p>
        </p:txBody>
      </p:sp>
      <p:sp>
        <p:nvSpPr>
          <p:cNvPr id="49" name="Text 32">
            <a:extLst>
              <a:ext uri="{FF2B5EF4-FFF2-40B4-BE49-F238E27FC236}">
                <a16:creationId xmlns:a16="http://schemas.microsoft.com/office/drawing/2014/main" id="{C49F1A7E-8E37-4FCC-D130-8AAA18F400D2}"/>
              </a:ext>
            </a:extLst>
          </p:cNvPr>
          <p:cNvSpPr/>
          <p:nvPr/>
        </p:nvSpPr>
        <p:spPr>
          <a:xfrm>
            <a:off x="4470847" y="4939814"/>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SC</a:t>
            </a:r>
            <a:endParaRPr lang="en-US" sz="670">
              <a:latin typeface="Poppins" pitchFamily="2" charset="77"/>
              <a:cs typeface="Poppins" pitchFamily="2" charset="77"/>
            </a:endParaRPr>
          </a:p>
        </p:txBody>
      </p:sp>
      <p:sp>
        <p:nvSpPr>
          <p:cNvPr id="50" name="Shape 33">
            <a:extLst>
              <a:ext uri="{FF2B5EF4-FFF2-40B4-BE49-F238E27FC236}">
                <a16:creationId xmlns:a16="http://schemas.microsoft.com/office/drawing/2014/main" id="{6DE94268-2FFC-B94E-243A-271138A30F02}"/>
              </a:ext>
            </a:extLst>
          </p:cNvPr>
          <p:cNvSpPr/>
          <p:nvPr/>
        </p:nvSpPr>
        <p:spPr>
          <a:xfrm>
            <a:off x="3593023" y="2711726"/>
            <a:ext cx="164592" cy="164592"/>
          </a:xfrm>
          <a:prstGeom prst="ellipse">
            <a:avLst/>
          </a:prstGeom>
          <a:solidFill>
            <a:srgbClr val="F04438"/>
          </a:solidFill>
          <a:ln w="6350">
            <a:solidFill>
              <a:srgbClr val="FFFFFF"/>
            </a:solidFill>
            <a:prstDash val="solid"/>
          </a:ln>
        </p:spPr>
        <p:txBody>
          <a:bodyPr/>
          <a:lstStyle/>
          <a:p>
            <a:endParaRPr lang="en-GB">
              <a:latin typeface="Poppins" pitchFamily="2" charset="77"/>
              <a:cs typeface="Poppins" pitchFamily="2" charset="77"/>
            </a:endParaRPr>
          </a:p>
        </p:txBody>
      </p:sp>
      <p:sp>
        <p:nvSpPr>
          <p:cNvPr id="51" name="Text 34">
            <a:extLst>
              <a:ext uri="{FF2B5EF4-FFF2-40B4-BE49-F238E27FC236}">
                <a16:creationId xmlns:a16="http://schemas.microsoft.com/office/drawing/2014/main" id="{93333169-D1B4-CF0D-AF4A-F09A3AEB64CF}"/>
              </a:ext>
            </a:extLst>
          </p:cNvPr>
          <p:cNvSpPr/>
          <p:nvPr/>
        </p:nvSpPr>
        <p:spPr>
          <a:xfrm>
            <a:off x="3702751" y="2720870"/>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C</a:t>
            </a:r>
            <a:endParaRPr lang="en-US" sz="670">
              <a:latin typeface="Poppins" pitchFamily="2" charset="77"/>
              <a:cs typeface="Poppins" pitchFamily="2" charset="77"/>
            </a:endParaRPr>
          </a:p>
        </p:txBody>
      </p:sp>
      <p:sp>
        <p:nvSpPr>
          <p:cNvPr id="52" name="Shape 35">
            <a:extLst>
              <a:ext uri="{FF2B5EF4-FFF2-40B4-BE49-F238E27FC236}">
                <a16:creationId xmlns:a16="http://schemas.microsoft.com/office/drawing/2014/main" id="{7C66EE75-EACA-7A57-7CFD-080CE13AC59F}"/>
              </a:ext>
            </a:extLst>
          </p:cNvPr>
          <p:cNvSpPr/>
          <p:nvPr/>
        </p:nvSpPr>
        <p:spPr>
          <a:xfrm>
            <a:off x="5726623" y="2870222"/>
            <a:ext cx="164592" cy="164592"/>
          </a:xfrm>
          <a:prstGeom prst="ellipse">
            <a:avLst/>
          </a:prstGeom>
          <a:solidFill>
            <a:srgbClr val="3538CD"/>
          </a:solidFill>
          <a:ln w="6350">
            <a:solidFill>
              <a:srgbClr val="FFFFFF"/>
            </a:solidFill>
            <a:prstDash val="solid"/>
          </a:ln>
        </p:spPr>
        <p:txBody>
          <a:bodyPr/>
          <a:lstStyle/>
          <a:p>
            <a:endParaRPr lang="en-GB">
              <a:latin typeface="Poppins" pitchFamily="2" charset="77"/>
              <a:cs typeface="Poppins" pitchFamily="2" charset="77"/>
            </a:endParaRPr>
          </a:p>
        </p:txBody>
      </p:sp>
      <p:sp>
        <p:nvSpPr>
          <p:cNvPr id="53" name="Text 36">
            <a:extLst>
              <a:ext uri="{FF2B5EF4-FFF2-40B4-BE49-F238E27FC236}">
                <a16:creationId xmlns:a16="http://schemas.microsoft.com/office/drawing/2014/main" id="{707D3469-4B70-6EA8-AA53-D6F57EC9605F}"/>
              </a:ext>
            </a:extLst>
          </p:cNvPr>
          <p:cNvSpPr/>
          <p:nvPr/>
        </p:nvSpPr>
        <p:spPr>
          <a:xfrm>
            <a:off x="5836351" y="2879366"/>
            <a:ext cx="292608" cy="137160"/>
          </a:xfrm>
          <a:prstGeom prst="rect">
            <a:avLst/>
          </a:prstGeom>
          <a:noFill/>
          <a:ln/>
        </p:spPr>
        <p:txBody>
          <a:bodyPr wrap="square" lIns="0" tIns="0" rIns="0" bIns="0" rtlCol="0" anchor="ctr"/>
          <a:lstStyle/>
          <a:p>
            <a:pPr marL="0" indent="0">
              <a:buNone/>
            </a:pPr>
            <a:r>
              <a:rPr lang="en-US" sz="670" b="1">
                <a:solidFill>
                  <a:srgbClr val="1D2939"/>
                </a:solidFill>
                <a:latin typeface="Poppins" pitchFamily="2" charset="77"/>
                <a:cs typeface="Poppins" pitchFamily="2" charset="77"/>
              </a:rPr>
              <a:t>EU</a:t>
            </a:r>
            <a:endParaRPr lang="en-US" sz="670">
              <a:latin typeface="Poppins" pitchFamily="2" charset="77"/>
              <a:cs typeface="Poppins" pitchFamily="2" charset="77"/>
            </a:endParaRPr>
          </a:p>
        </p:txBody>
      </p:sp>
      <p:sp>
        <p:nvSpPr>
          <p:cNvPr id="54" name="Text 13">
            <a:extLst>
              <a:ext uri="{FF2B5EF4-FFF2-40B4-BE49-F238E27FC236}">
                <a16:creationId xmlns:a16="http://schemas.microsoft.com/office/drawing/2014/main" id="{CEB0496C-5299-DA99-2244-C3F7F65F9994}"/>
              </a:ext>
            </a:extLst>
          </p:cNvPr>
          <p:cNvSpPr/>
          <p:nvPr/>
        </p:nvSpPr>
        <p:spPr>
          <a:xfrm>
            <a:off x="4339783" y="5829829"/>
            <a:ext cx="1828800" cy="164592"/>
          </a:xfrm>
          <a:prstGeom prst="rect">
            <a:avLst/>
          </a:prstGeom>
          <a:noFill/>
          <a:ln/>
        </p:spPr>
        <p:txBody>
          <a:bodyPr wrap="square" lIns="0" tIns="0" rIns="0" bIns="0" rtlCol="0" anchor="ctr"/>
          <a:lstStyle/>
          <a:p>
            <a:r>
              <a:rPr lang="en-US" sz="800">
                <a:solidFill>
                  <a:srgbClr val="667085"/>
                </a:solidFill>
              </a:rPr>
              <a:t>DEAI maturity </a:t>
            </a:r>
            <a:endParaRPr lang="en-US" sz="800"/>
          </a:p>
        </p:txBody>
      </p:sp>
      <p:sp>
        <p:nvSpPr>
          <p:cNvPr id="55" name="Text 14">
            <a:extLst>
              <a:ext uri="{FF2B5EF4-FFF2-40B4-BE49-F238E27FC236}">
                <a16:creationId xmlns:a16="http://schemas.microsoft.com/office/drawing/2014/main" id="{3B21E316-1525-A038-E9F6-CD6EF95C9CA3}"/>
              </a:ext>
            </a:extLst>
          </p:cNvPr>
          <p:cNvSpPr/>
          <p:nvPr/>
        </p:nvSpPr>
        <p:spPr>
          <a:xfrm rot="16200000">
            <a:off x="826201" y="2615714"/>
            <a:ext cx="1065276" cy="1234440"/>
          </a:xfrm>
          <a:prstGeom prst="rect">
            <a:avLst/>
          </a:prstGeom>
          <a:noFill/>
          <a:ln/>
        </p:spPr>
        <p:txBody>
          <a:bodyPr wrap="square" lIns="0" tIns="0" rIns="0" bIns="0" rtlCol="0" anchor="ctr"/>
          <a:lstStyle/>
          <a:p>
            <a:pPr marL="0" indent="0">
              <a:buNone/>
            </a:pPr>
            <a:r>
              <a:rPr lang="en-US" sz="800" dirty="0">
                <a:solidFill>
                  <a:srgbClr val="667085"/>
                </a:solidFill>
              </a:rPr>
              <a:t>External reporting</a:t>
            </a:r>
            <a:endParaRPr lang="en-US" sz="800" dirty="0"/>
          </a:p>
        </p:txBody>
      </p:sp>
      <p:sp>
        <p:nvSpPr>
          <p:cNvPr id="58" name="Shape 37">
            <a:extLst>
              <a:ext uri="{FF2B5EF4-FFF2-40B4-BE49-F238E27FC236}">
                <a16:creationId xmlns:a16="http://schemas.microsoft.com/office/drawing/2014/main" id="{18EE4C2A-EDA6-3CF8-7869-23C5A8556267}"/>
              </a:ext>
            </a:extLst>
          </p:cNvPr>
          <p:cNvSpPr/>
          <p:nvPr/>
        </p:nvSpPr>
        <p:spPr>
          <a:xfrm>
            <a:off x="8225983" y="928646"/>
            <a:ext cx="3611880" cy="4754880"/>
          </a:xfrm>
          <a:prstGeom prst="roundRect">
            <a:avLst>
              <a:gd name="adj" fmla="val 2025"/>
            </a:avLst>
          </a:prstGeom>
          <a:noFill/>
          <a:ln w="7620">
            <a:solidFill>
              <a:srgbClr val="EAECF0"/>
            </a:solidFill>
            <a:prstDash val="solid"/>
          </a:ln>
          <a:effectLst>
            <a:outerShdw blurRad="12700" dist="50800" dir="2700000" algn="bl" rotWithShape="0">
              <a:srgbClr val="000000">
                <a:alpha val="9000"/>
              </a:srgbClr>
            </a:outerShdw>
          </a:effectLst>
        </p:spPr>
        <p:txBody>
          <a:bodyPr/>
          <a:lstStyle/>
          <a:p>
            <a:endParaRPr lang="en-GB">
              <a:latin typeface="Poppins" pitchFamily="2" charset="77"/>
              <a:cs typeface="Poppins" pitchFamily="2" charset="77"/>
            </a:endParaRPr>
          </a:p>
        </p:txBody>
      </p:sp>
      <p:sp>
        <p:nvSpPr>
          <p:cNvPr id="3" name="Rettangolo 7">
            <a:extLst>
              <a:ext uri="{FF2B5EF4-FFF2-40B4-BE49-F238E27FC236}">
                <a16:creationId xmlns:a16="http://schemas.microsoft.com/office/drawing/2014/main" id="{FC261A64-1404-982E-A3DD-4E1B986EE866}"/>
              </a:ext>
            </a:extLst>
          </p:cNvPr>
          <p:cNvSpPr/>
          <p:nvPr/>
        </p:nvSpPr>
        <p:spPr>
          <a:xfrm>
            <a:off x="9683919" y="172379"/>
            <a:ext cx="2075793" cy="880241"/>
          </a:xfrm>
          <a:prstGeom prst="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a:t>Pagina dinamica</a:t>
            </a:r>
            <a:br>
              <a:rPr lang="it-IT"/>
            </a:br>
            <a:r>
              <a:rPr lang="it-IT"/>
              <a:t>(fonte dati Unibo)</a:t>
            </a:r>
          </a:p>
        </p:txBody>
      </p:sp>
      <p:sp>
        <p:nvSpPr>
          <p:cNvPr id="7" name="Text 12">
            <a:extLst>
              <a:ext uri="{FF2B5EF4-FFF2-40B4-BE49-F238E27FC236}">
                <a16:creationId xmlns:a16="http://schemas.microsoft.com/office/drawing/2014/main" id="{BF1E3A1C-A5C8-1565-5C19-3590ABA40EBF}"/>
              </a:ext>
            </a:extLst>
          </p:cNvPr>
          <p:cNvSpPr/>
          <p:nvPr/>
        </p:nvSpPr>
        <p:spPr>
          <a:xfrm>
            <a:off x="1745952" y="1179199"/>
            <a:ext cx="2788920" cy="365760"/>
          </a:xfrm>
          <a:prstGeom prst="rect">
            <a:avLst/>
          </a:prstGeom>
          <a:noFill/>
          <a:ln/>
        </p:spPr>
        <p:txBody>
          <a:bodyPr wrap="square" lIns="0" tIns="0" rIns="0" bIns="0" rtlCol="0" anchor="ctr">
            <a:normAutofit/>
          </a:bodyPr>
          <a:lstStyle/>
          <a:p>
            <a:r>
              <a:rPr lang="it" sz="1400" b="1" dirty="0">
                <a:solidFill>
                  <a:srgbClr val="F04438"/>
                </a:solidFill>
                <a:latin typeface="Raleway" pitchFamily="2" charset="77"/>
                <a:cs typeface="Poppins"/>
              </a:rPr>
              <a:t>SOVRAESPOSIZIONE</a:t>
            </a:r>
            <a:endParaRPr lang="en-US" sz="1400" b="1" dirty="0">
              <a:solidFill>
                <a:srgbClr val="F04438"/>
              </a:solidFill>
              <a:latin typeface="Raleway" pitchFamily="2" charset="77"/>
              <a:cs typeface="Poppins"/>
            </a:endParaRPr>
          </a:p>
        </p:txBody>
      </p:sp>
      <p:sp>
        <p:nvSpPr>
          <p:cNvPr id="9" name="Text 10">
            <a:extLst>
              <a:ext uri="{FF2B5EF4-FFF2-40B4-BE49-F238E27FC236}">
                <a16:creationId xmlns:a16="http://schemas.microsoft.com/office/drawing/2014/main" id="{8F83454B-89E0-B9CE-FD85-FD8A72A2703B}"/>
              </a:ext>
            </a:extLst>
          </p:cNvPr>
          <p:cNvSpPr/>
          <p:nvPr/>
        </p:nvSpPr>
        <p:spPr>
          <a:xfrm>
            <a:off x="5260242" y="1176550"/>
            <a:ext cx="2468880" cy="365760"/>
          </a:xfrm>
          <a:prstGeom prst="rect">
            <a:avLst/>
          </a:prstGeom>
          <a:noFill/>
          <a:ln/>
        </p:spPr>
        <p:txBody>
          <a:bodyPr wrap="square" lIns="0" tIns="0" rIns="0" bIns="0" rtlCol="0" anchor="ctr">
            <a:normAutofit/>
          </a:bodyPr>
          <a:lstStyle/>
          <a:p>
            <a:pPr algn="r"/>
            <a:r>
              <a:rPr lang="it" sz="1400" b="1">
                <a:solidFill>
                  <a:srgbClr val="12B76A"/>
                </a:solidFill>
                <a:latin typeface="Raleway" pitchFamily="2" charset="77"/>
                <a:cs typeface="Poppins"/>
              </a:rPr>
              <a:t>COERENZA VIRTUOSA</a:t>
            </a:r>
            <a:endParaRPr lang="it-IT" sz="1400">
              <a:latin typeface="Raleway" pitchFamily="2" charset="77"/>
              <a:cs typeface="Poppins"/>
            </a:endParaRPr>
          </a:p>
        </p:txBody>
      </p:sp>
      <p:sp>
        <p:nvSpPr>
          <p:cNvPr id="13" name="Text 11">
            <a:extLst>
              <a:ext uri="{FF2B5EF4-FFF2-40B4-BE49-F238E27FC236}">
                <a16:creationId xmlns:a16="http://schemas.microsoft.com/office/drawing/2014/main" id="{70EF4AB7-C966-E33C-49A3-3AA5441B65ED}"/>
              </a:ext>
            </a:extLst>
          </p:cNvPr>
          <p:cNvSpPr/>
          <p:nvPr/>
        </p:nvSpPr>
        <p:spPr>
          <a:xfrm>
            <a:off x="1746370" y="3452390"/>
            <a:ext cx="2651760" cy="365760"/>
          </a:xfrm>
          <a:prstGeom prst="rect">
            <a:avLst/>
          </a:prstGeom>
          <a:noFill/>
          <a:ln/>
        </p:spPr>
        <p:txBody>
          <a:bodyPr wrap="square" lIns="0" tIns="0" rIns="0" bIns="0" rtlCol="0" anchor="ctr">
            <a:normAutofit/>
          </a:bodyPr>
          <a:lstStyle/>
          <a:p>
            <a:r>
              <a:rPr lang="en-US" sz="1400" b="1">
                <a:solidFill>
                  <a:srgbClr val="667085"/>
                </a:solidFill>
                <a:latin typeface="Raleway" pitchFamily="2" charset="77"/>
                <a:cs typeface="Poppins"/>
              </a:rPr>
              <a:t>AREA </a:t>
            </a:r>
            <a:r>
              <a:rPr lang="it" sz="1400" b="1">
                <a:solidFill>
                  <a:srgbClr val="667085"/>
                </a:solidFill>
                <a:latin typeface="Raleway" pitchFamily="2" charset="77"/>
                <a:cs typeface="Poppins"/>
              </a:rPr>
              <a:t>FRAGILE</a:t>
            </a:r>
            <a:endParaRPr lang="en-US" sz="1400" b="1">
              <a:solidFill>
                <a:srgbClr val="667085"/>
              </a:solidFill>
              <a:latin typeface="Raleway" pitchFamily="2" charset="77"/>
              <a:cs typeface="Poppins"/>
            </a:endParaRPr>
          </a:p>
        </p:txBody>
      </p:sp>
      <p:sp>
        <p:nvSpPr>
          <p:cNvPr id="15" name="Text 9">
            <a:extLst>
              <a:ext uri="{FF2B5EF4-FFF2-40B4-BE49-F238E27FC236}">
                <a16:creationId xmlns:a16="http://schemas.microsoft.com/office/drawing/2014/main" id="{D2B74174-0F98-4372-E159-57B21BF8D5EC}"/>
              </a:ext>
            </a:extLst>
          </p:cNvPr>
          <p:cNvSpPr/>
          <p:nvPr/>
        </p:nvSpPr>
        <p:spPr>
          <a:xfrm>
            <a:off x="5250071" y="3452390"/>
            <a:ext cx="2468880" cy="365760"/>
          </a:xfrm>
          <a:prstGeom prst="rect">
            <a:avLst/>
          </a:prstGeom>
          <a:noFill/>
          <a:ln/>
        </p:spPr>
        <p:txBody>
          <a:bodyPr wrap="square" lIns="0" tIns="0" rIns="0" bIns="0" rtlCol="0" anchor="ctr">
            <a:normAutofit/>
          </a:bodyPr>
          <a:lstStyle/>
          <a:p>
            <a:pPr algn="r"/>
            <a:r>
              <a:rPr lang="en-US" sz="1400" b="1">
                <a:solidFill>
                  <a:srgbClr val="F79009"/>
                </a:solidFill>
                <a:latin typeface="Raleway" pitchFamily="2" charset="77"/>
                <a:cs typeface="Poppins"/>
              </a:rPr>
              <a:t> </a:t>
            </a:r>
            <a:r>
              <a:rPr lang="it" sz="1400" b="1">
                <a:solidFill>
                  <a:srgbClr val="F79009"/>
                </a:solidFill>
                <a:latin typeface="Raleway" pitchFamily="2" charset="77"/>
                <a:cs typeface="Poppins"/>
              </a:rPr>
              <a:t>POTENZIALE NASCOSTO</a:t>
            </a:r>
            <a:endParaRPr lang="en-US" sz="1400" b="1">
              <a:solidFill>
                <a:srgbClr val="F79009"/>
              </a:solidFill>
              <a:latin typeface="Raleway" pitchFamily="2" charset="77"/>
              <a:cs typeface="Poppins"/>
            </a:endParaRPr>
          </a:p>
        </p:txBody>
      </p:sp>
      <p:sp>
        <p:nvSpPr>
          <p:cNvPr id="8" name="Rettangolo 7">
            <a:extLst>
              <a:ext uri="{FF2B5EF4-FFF2-40B4-BE49-F238E27FC236}">
                <a16:creationId xmlns:a16="http://schemas.microsoft.com/office/drawing/2014/main" id="{FBFD1343-9330-9C01-D899-0F28FF5DE8E7}"/>
              </a:ext>
            </a:extLst>
          </p:cNvPr>
          <p:cNvSpPr/>
          <p:nvPr/>
        </p:nvSpPr>
        <p:spPr>
          <a:xfrm>
            <a:off x="8353718" y="1540265"/>
            <a:ext cx="3403852" cy="294852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it-IT" dirty="0"/>
              <a:t>Testo statico: COMMENTO DA INSERIRE IN FUNZIONE DELLA SITUAZIONE SPECIFICA </a:t>
            </a:r>
            <a:r>
              <a:rPr lang="it-IT"/>
              <a:t>DELL'AZIENDA</a:t>
            </a:r>
            <a:endParaRPr lang="it-IT">
              <a:solidFill>
                <a:schemeClr val="bg1"/>
              </a:solidFill>
            </a:endParaRPr>
          </a:p>
        </p:txBody>
      </p:sp>
    </p:spTree>
    <p:extLst>
      <p:ext uri="{BB962C8B-B14F-4D97-AF65-F5344CB8AC3E}">
        <p14:creationId xmlns:p14="http://schemas.microsoft.com/office/powerpoint/2010/main" val="2462438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96107-E396-32B2-F6A1-0B2E3F1C505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F0BDF9D-025B-CDA3-B236-FC7CDD77A655}"/>
              </a:ext>
            </a:extLst>
          </p:cNvPr>
          <p:cNvSpPr txBox="1"/>
          <p:nvPr/>
        </p:nvSpPr>
        <p:spPr>
          <a:xfrm>
            <a:off x="970546" y="977089"/>
            <a:ext cx="5991727" cy="523220"/>
          </a:xfrm>
          <a:prstGeom prst="rect">
            <a:avLst/>
          </a:prstGeom>
          <a:noFill/>
        </p:spPr>
        <p:txBody>
          <a:bodyPr wrap="square" rtlCol="0">
            <a:spAutoFit/>
          </a:bodyPr>
          <a:lstStyle/>
          <a:p>
            <a:r>
              <a:rPr lang="en-IT" sz="2800"/>
              <a:t>EXECUTIVE SUMMARY</a:t>
            </a:r>
          </a:p>
        </p:txBody>
      </p:sp>
      <p:sp>
        <p:nvSpPr>
          <p:cNvPr id="2" name="Rettangolo 3">
            <a:extLst>
              <a:ext uri="{FF2B5EF4-FFF2-40B4-BE49-F238E27FC236}">
                <a16:creationId xmlns:a16="http://schemas.microsoft.com/office/drawing/2014/main" id="{6FFD88A5-3DD4-C05E-BF21-306AE8B6990E}"/>
              </a:ext>
            </a:extLst>
          </p:cNvPr>
          <p:cNvSpPr/>
          <p:nvPr/>
        </p:nvSpPr>
        <p:spPr>
          <a:xfrm>
            <a:off x="131378" y="52551"/>
            <a:ext cx="2075793" cy="8802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Pagina statica</a:t>
            </a:r>
          </a:p>
        </p:txBody>
      </p:sp>
    </p:spTree>
    <p:extLst>
      <p:ext uri="{BB962C8B-B14F-4D97-AF65-F5344CB8AC3E}">
        <p14:creationId xmlns:p14="http://schemas.microsoft.com/office/powerpoint/2010/main" val="6202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653d971-9996-4705-81c2-6244215d5b5b">
      <Terms xmlns="http://schemas.microsoft.com/office/infopath/2007/PartnerControls"/>
    </lcf76f155ced4ddcb4097134ff3c332f>
    <TaxCatchAll xmlns="d6e56590-bd4c-44cb-947a-9e726c40087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FCB8B268D7F34ABDE1B58A393A4C68" ma:contentTypeVersion="12" ma:contentTypeDescription="Create a new document." ma:contentTypeScope="" ma:versionID="c72bbefc9e95f859c57caa5cb485e14a">
  <xsd:schema xmlns:xsd="http://www.w3.org/2001/XMLSchema" xmlns:xs="http://www.w3.org/2001/XMLSchema" xmlns:p="http://schemas.microsoft.com/office/2006/metadata/properties" xmlns:ns2="6653d971-9996-4705-81c2-6244215d5b5b" xmlns:ns3="d6e56590-bd4c-44cb-947a-9e726c40087a" targetNamespace="http://schemas.microsoft.com/office/2006/metadata/properties" ma:root="true" ma:fieldsID="fcb65b090f3eb85418dee6c53f02d019" ns2:_="" ns3:_="">
    <xsd:import namespace="6653d971-9996-4705-81c2-6244215d5b5b"/>
    <xsd:import namespace="d6e56590-bd4c-44cb-947a-9e726c40087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3d971-9996-4705-81c2-6244215d5b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3547e0d-d257-4af1-8127-456608a25313"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6e56590-bd4c-44cb-947a-9e726c40087a"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a4674c38-8338-4b1a-b33a-8a5fb9a5080c}" ma:internalName="TaxCatchAll" ma:showField="CatchAllData" ma:web="d6e56590-bd4c-44cb-947a-9e726c4008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F15FED-A562-4C68-8160-AB5BF9220471}">
  <ds:schemaRefs>
    <ds:schemaRef ds:uri="http://schemas.microsoft.com/sharepoint/v3/contenttype/forms"/>
  </ds:schemaRefs>
</ds:datastoreItem>
</file>

<file path=customXml/itemProps2.xml><?xml version="1.0" encoding="utf-8"?>
<ds:datastoreItem xmlns:ds="http://schemas.openxmlformats.org/officeDocument/2006/customXml" ds:itemID="{AEB97E69-D731-4862-9925-F8AA0EA0CF27}">
  <ds:schemaRefs>
    <ds:schemaRef ds:uri="http://purl.org/dc/elements/1.1/"/>
    <ds:schemaRef ds:uri="http://www.w3.org/XML/1998/namespace"/>
    <ds:schemaRef ds:uri="http://purl.org/dc/terms/"/>
    <ds:schemaRef ds:uri="http://schemas.openxmlformats.org/package/2006/metadata/core-properties"/>
    <ds:schemaRef ds:uri="http://schemas.microsoft.com/office/infopath/2007/PartnerControls"/>
    <ds:schemaRef ds:uri="d6e56590-bd4c-44cb-947a-9e726c40087a"/>
    <ds:schemaRef ds:uri="http://schemas.microsoft.com/office/2006/metadata/properties"/>
    <ds:schemaRef ds:uri="http://schemas.microsoft.com/office/2006/documentManagement/types"/>
    <ds:schemaRef ds:uri="6653d971-9996-4705-81c2-6244215d5b5b"/>
    <ds:schemaRef ds:uri="http://purl.org/dc/dcmitype/"/>
  </ds:schemaRefs>
</ds:datastoreItem>
</file>

<file path=customXml/itemProps3.xml><?xml version="1.0" encoding="utf-8"?>
<ds:datastoreItem xmlns:ds="http://schemas.openxmlformats.org/officeDocument/2006/customXml" ds:itemID="{9D89EA5B-2856-4297-9B4C-9E6CABD4B4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3d971-9996-4705-81c2-6244215d5b5b"/>
    <ds:schemaRef ds:uri="d6e56590-bd4c-44cb-947a-9e726c4008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1393</TotalTime>
  <Words>4389</Words>
  <Application>Microsoft Macintosh PowerPoint</Application>
  <PresentationFormat>Widescreen</PresentationFormat>
  <Paragraphs>388</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Aptos Display</vt:lpstr>
      <vt:lpstr>Arial</vt:lpstr>
      <vt:lpstr>Poppins</vt:lpstr>
      <vt:lpstr>Raleway</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Chiara Nicolini</dc:creator>
  <cp:lastModifiedBy>Maria Chiara Nicolini</cp:lastModifiedBy>
  <cp:revision>1</cp:revision>
  <dcterms:created xsi:type="dcterms:W3CDTF">2026-06-15T12:24:18Z</dcterms:created>
  <dcterms:modified xsi:type="dcterms:W3CDTF">2026-06-25T05:57:14Z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0x0101003CFCB8B268D7F34ABDE1B58A393A4C68</vt:lpwstr>
  </property>
  <property fmtid="{D5CDD505-2E9C-101B-9397-08002B2CF9AE}" pid="3" name="MediaServiceImageTags">
    <vt:lpwstr/>
  </property>
</Properties>
</file>