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301752"/>
            <a:ext cx="4965192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201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LIVELLO GENERALE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600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5555"/>
                </a:solidFill>
                <a:latin typeface="Calibri"/>
              </a:rPr>
              <a:t>RISULTATO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402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063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4048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8620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8862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7091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86400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L’organizzazione inizia a definire una direzione più chiara rispetto ai temi DEIA, introducendo obiettivi, responsabilità e strumenti di pianificazione più strutturati. La leadership riconosce il valore strategico della cultura organizzativa, dell’inclusione e della sostenibilità delle pratiche interne, favorendo un primo allineamento tra visione e azione. Restano tuttavia differenze significative tra funzioni e livelli organizzativi, e la capacità di tradurre gli obiettivi in comportamenti coerenti è ancora in evoluzione.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Strategia e Pianificazione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Integrare gli obiettivi DEIA nei processi di pianificazione aziendale e nei momenti decisionali più rilevanti. Rafforzare coordinamento, allocazione di risorse e monitoraggio delle iniziative per aumentare continuità e coerenza.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Governance e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Rafforzare l'impegno della leadership attraverso obiettivi condivisi, responsabilizzazione e maggiore coordinamento tra funzioni e livelli organizzativi. Favorire una leadership più consapevole e coerente nei comportamenti quotidiani.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Misurazione e Impatto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3 - ORBITA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Integrare la misurazione dell’impatto nei processi di miglioramento continuo, utilizzando dati e feedback per orientare investimenti, priorità e sviluppo organizzativo.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L’organizzazione inizia a rendere più espliciti valori, comportamenti attesi e principi culturali condivisi, sviluppando maggiore attenzione verso ascolto, benessere, sicurezza psicologica e qualità delle relazioni interne. Emergono percorsi di sensibilizzazione, pratiche collaborative e iniziative orientate a rafforzare inclusione e partecipazione. L’esperienza culturale risulta tuttavia ancora disomogenea tra diverse aree dell’organizzazione.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Cultura e Comportamenti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Rafforzare pratiche manageriali coerenti con i valori dichiarati, promuovendo feedback costruttivi, collaborazione trasversale e maggiore attenzione alla qualità delle relazioni quotidiane.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Benessere e Sicurezza Psicologica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3 - ORBITA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Rafforzare spazi di dialogo, feedback e partecipazione che permettano alle persone di esprimersi con maggiore fiducia e contribuire attivamente al miglioramento organizzativo.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Formazione e Consapevolezza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Strutturare percorsi formativi continuativi per leadership e popolazione aziendale, collegando apprendimento, comportamenti organizzativi e qualità delle relazioni.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PROCESSI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L'organizzazione inizia a formalizzare pratiche e responsabilità comuni: emergono processi più strutturati per la gestione delle persone, lo sviluppo di prodotti e servizi, la collaborazione e il monitoraggio delle iniziative.
Vengono introdotti strumenti di ascolto, momenti di feedback e pratiche orientate a favorire maggiore equità e trasparenza. Tuttavia, l’applicazione dei processi non è ancora uniforme e molte dinamiche dipendono ancora dalla qualità relazionale dei singoli leader o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Processi Operativi e Accessibilità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Standardizzare strumenti, procedure e modalità operative, aumentando accessibilità delle informazioni e trasparenza dei flussi di lavoro. Coinvolgere le persone nella raccolta di feedback sull’esperienza operativa quotidiana.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Persone e Processi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Rafforzare processi di ascolto, performance review e sviluppo delle competenze, favorendo maggiore equità nelle opportunità e qualità della relazione manageriale.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Innovazione, Ricerca e Sviluppo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Integrare prospettive differenti nei processi di progettazione e sviluppo, aumentando collaborazione trasversale e attenzione ai bisogni di clienti, utenti e stakeholder.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470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8778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COMMENTO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47088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Calibri"/>
              </a:rPr>
              <a:t>L’organizzazione inizia a integrare temi di impatto, sostenibilità e cultura nelle relazioni con il mercato: emergono maggiore attenzione alla reputazione, alla qualità delle partnership, all'accessibilità e alla coerenza tra identità interna ed esterna. Vengono avviate iniziative di employer branding, ascolto degli stakeholder e comunicazione più consapevole, anche se la percezione esterna non è ancora completamente allineata alle pratiche organizzative interne.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SOTTOGRUPPO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3611880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RISULTATO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118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ATTIVITÀ SUGGERITE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23360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Brand, Comunicazione e Rappresentazione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Definire linee guida condivise per comunicazione, attrattività aziendale e rappresentazione inclusiva, coinvolgendo funzioni aziendali diverse nella revisione dei contenuti e dei canali utilizzati.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19472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974336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Clienti, Utenti e Accessibilità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974336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2 - ROTTA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4974336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Introdurre criteri di accessibilità e inclusione nella progettazione di servizi, prodotti ed esperienze, raccogliendo feedback più strutturati da clienti e stakeholder.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925312"/>
            <a:ext cx="3154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Impatto Sociale e Posizionamento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925312"/>
            <a:ext cx="2011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3 - ORBITA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5925312"/>
            <a:ext cx="57150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Calibri"/>
              </a:rPr>
              <a:t>Integrare il contributo sociale e relazionale dell’organizzazione nelle attività di business, sviluppando collaborazioni continuative con stakeholder, comunità ed ecosistemi territoriali.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821424"/>
            <a:ext cx="112014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051560" cy="100584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Calibri"/>
              </a:rPr>
              <a:t>PROFILO DI MATURITÀ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Distribuzione dei livelli di maturità per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0920" y="1783080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LIVELLI PER 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22402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STRATEGIA   2 - ROTTA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70632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CULTURA   2 - ROTTA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300984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PROCESSI   2 - ROTTA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83133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MERCATO   2 - ROTTA</a:t>
            </a:r>
            <a:r>
              <a:rPr sz="1300" b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4407408"/>
            <a:ext cx="425196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4562856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LIVELLO MACRO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92861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86A17"/>
                </a:solidFill>
                <a:latin typeface="Calibri"/>
              </a:rPr>
              <a:t>2 - ROTTA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691640"/>
            <a:ext cx="484632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